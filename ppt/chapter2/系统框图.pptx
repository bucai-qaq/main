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  <p:sldId id="258" r:id="rId3"/>
  </p:sldIdLst>
  <p:sldSz cx="4319588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79" userDrawn="1">
          <p15:clr>
            <a:srgbClr val="A4A3A4"/>
          </p15:clr>
        </p15:guide>
        <p15:guide id="3" pos="1931" userDrawn="1">
          <p15:clr>
            <a:srgbClr val="A4A3A4"/>
          </p15:clr>
        </p15:guide>
        <p15:guide id="4" orient="horz" pos="1247" userDrawn="1">
          <p15:clr>
            <a:srgbClr val="A4A3A4"/>
          </p15:clr>
        </p15:guide>
        <p15:guide id="5" pos="2098" userDrawn="1">
          <p15:clr>
            <a:srgbClr val="A4A3A4"/>
          </p15:clr>
        </p15:guide>
        <p15:guide id="6" orient="horz" pos="907" userDrawn="1">
          <p15:clr>
            <a:srgbClr val="A4A3A4"/>
          </p15:clr>
        </p15:guide>
        <p15:guide id="7" orient="horz" pos="453" userDrawn="1">
          <p15:clr>
            <a:srgbClr val="A4A3A4"/>
          </p15:clr>
        </p15:guide>
        <p15:guide id="8" orient="horz" pos="1451" userDrawn="1">
          <p15:clr>
            <a:srgbClr val="A4A3A4"/>
          </p15:clr>
        </p15:guide>
        <p15:guide id="9" pos="1082" userDrawn="1">
          <p15:clr>
            <a:srgbClr val="A4A3A4"/>
          </p15:clr>
        </p15:guide>
        <p15:guide id="10" orient="horz" pos="15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BAC"/>
    <a:srgbClr val="749262"/>
    <a:srgbClr val="D9E2F3"/>
    <a:srgbClr val="EEEEEE"/>
    <a:srgbClr val="D0E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5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4008" y="1944"/>
      </p:cViewPr>
      <p:guideLst>
        <p:guide pos="679"/>
        <p:guide pos="1931"/>
        <p:guide orient="horz" pos="1247"/>
        <p:guide pos="2098"/>
        <p:guide orient="horz" pos="907"/>
        <p:guide orient="horz" pos="453"/>
        <p:guide orient="horz" pos="1451"/>
        <p:guide pos="1082"/>
        <p:guide orient="horz" pos="15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969" y="471289"/>
            <a:ext cx="3671650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949" y="1512522"/>
            <a:ext cx="3239691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37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77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22" y="717932"/>
            <a:ext cx="3725645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22" y="1927150"/>
            <a:ext cx="3725645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/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5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6972" y="766593"/>
            <a:ext cx="1835825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6791" y="766593"/>
            <a:ext cx="1835825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41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153319"/>
            <a:ext cx="3725645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35" y="705933"/>
            <a:ext cx="182738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35" y="1051899"/>
            <a:ext cx="182738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6791" y="705933"/>
            <a:ext cx="183638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6791" y="1051899"/>
            <a:ext cx="183638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08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78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00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191982"/>
            <a:ext cx="1393180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388" y="414628"/>
            <a:ext cx="2186791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4" y="863918"/>
            <a:ext cx="1393180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996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191982"/>
            <a:ext cx="1393180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388" y="414628"/>
            <a:ext cx="2186791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4" y="863918"/>
            <a:ext cx="1393180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20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6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205" y="153319"/>
            <a:ext cx="931411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6972" y="153319"/>
            <a:ext cx="2740239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22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6972" y="153319"/>
            <a:ext cx="3725645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972" y="766593"/>
            <a:ext cx="3725645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6972" y="2669079"/>
            <a:ext cx="97190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23761-9ADA-4D69-AFE3-831669C37B0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0864" y="2669079"/>
            <a:ext cx="145786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0709" y="2669079"/>
            <a:ext cx="97190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A492F-6386-4945-90D5-DF1EF2A2C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8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1AE6865-FB93-5988-25ED-D96624E8A0C4}"/>
              </a:ext>
            </a:extLst>
          </p:cNvPr>
          <p:cNvSpPr/>
          <p:nvPr/>
        </p:nvSpPr>
        <p:spPr>
          <a:xfrm>
            <a:off x="235659" y="23754"/>
            <a:ext cx="785524" cy="1128725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BA6617-07E1-657E-C924-364CEE260E4A}"/>
              </a:ext>
            </a:extLst>
          </p:cNvPr>
          <p:cNvSpPr txBox="1"/>
          <p:nvPr/>
        </p:nvSpPr>
        <p:spPr>
          <a:xfrm>
            <a:off x="153676" y="24191"/>
            <a:ext cx="966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9A9D90-DD1E-EC47-BE34-F2AD94E3DEE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B5B5B5"/>
              </a:clrFrom>
              <a:clrTo>
                <a:srgbClr val="B5B5B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9822" y="292299"/>
            <a:ext cx="725620" cy="812089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115DF60-055F-7F25-53D1-65C13B54F2F2}"/>
              </a:ext>
            </a:extLst>
          </p:cNvPr>
          <p:cNvSpPr/>
          <p:nvPr/>
        </p:nvSpPr>
        <p:spPr>
          <a:xfrm>
            <a:off x="1598056" y="190472"/>
            <a:ext cx="892493" cy="795291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EFE8C6-08CC-0ACF-6F6A-240BDBEE3207}"/>
              </a:ext>
            </a:extLst>
          </p:cNvPr>
          <p:cNvSpPr txBox="1"/>
          <p:nvPr/>
        </p:nvSpPr>
        <p:spPr>
          <a:xfrm>
            <a:off x="1494387" y="174853"/>
            <a:ext cx="11270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RGB-D camera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635CB6-989E-B832-C7BD-C8BA1710046D}"/>
              </a:ext>
            </a:extLst>
          </p:cNvPr>
          <p:cNvSpPr txBox="1"/>
          <p:nvPr/>
        </p:nvSpPr>
        <p:spPr>
          <a:xfrm>
            <a:off x="1988523" y="722525"/>
            <a:ext cx="4471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30HZ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5D9D651-E474-FA23-2E5B-97B5D47932D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B5B5B5"/>
              </a:clrFrom>
              <a:clrTo>
                <a:srgbClr val="B5B5B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3402" y="365844"/>
            <a:ext cx="529972" cy="560007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381F0C5-F8B7-1BA3-5382-1F8DB259757F}"/>
              </a:ext>
            </a:extLst>
          </p:cNvPr>
          <p:cNvSpPr/>
          <p:nvPr/>
        </p:nvSpPr>
        <p:spPr>
          <a:xfrm>
            <a:off x="2995576" y="23756"/>
            <a:ext cx="889712" cy="1128725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94A78C-316F-3810-114B-C7EFE16E913D}"/>
              </a:ext>
            </a:extLst>
          </p:cNvPr>
          <p:cNvSpPr txBox="1"/>
          <p:nvPr/>
        </p:nvSpPr>
        <p:spPr>
          <a:xfrm>
            <a:off x="2714953" y="0"/>
            <a:ext cx="1450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human pose estimator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5A4C397-8202-85C3-178A-B932CD07E8E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B5B5B5"/>
              </a:clrFrom>
              <a:clrTo>
                <a:srgbClr val="B5B5B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69405" y="332543"/>
            <a:ext cx="710611" cy="795291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02A8AC1-E04B-909A-AD85-6C2A494B2352}"/>
              </a:ext>
            </a:extLst>
          </p:cNvPr>
          <p:cNvSpPr/>
          <p:nvPr/>
        </p:nvSpPr>
        <p:spPr>
          <a:xfrm>
            <a:off x="3011265" y="1713446"/>
            <a:ext cx="866049" cy="1150015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882CC3-B4A7-9085-6B1B-17C71DA9E5DC}"/>
              </a:ext>
            </a:extLst>
          </p:cNvPr>
          <p:cNvSpPr txBox="1"/>
          <p:nvPr/>
        </p:nvSpPr>
        <p:spPr>
          <a:xfrm>
            <a:off x="2947805" y="1685073"/>
            <a:ext cx="992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human  pose estimator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ED1C9F0-EAF9-FA71-24EE-C4A3D80B35A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37547" y="2016450"/>
            <a:ext cx="702820" cy="78445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7DB78D0-18F0-7A1E-A24D-2E66A262DCCE}"/>
              </a:ext>
            </a:extLst>
          </p:cNvPr>
          <p:cNvSpPr txBox="1"/>
          <p:nvPr/>
        </p:nvSpPr>
        <p:spPr>
          <a:xfrm>
            <a:off x="1460063" y="1696071"/>
            <a:ext cx="1159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retargeting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53E4C89-C4AB-5AC5-7287-53E705852A16}"/>
              </a:ext>
            </a:extLst>
          </p:cNvPr>
          <p:cNvSpPr/>
          <p:nvPr/>
        </p:nvSpPr>
        <p:spPr>
          <a:xfrm>
            <a:off x="235659" y="1714843"/>
            <a:ext cx="791536" cy="1149776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F69C8BB-7C63-1C37-B987-34F869F9ACED}"/>
              </a:ext>
            </a:extLst>
          </p:cNvPr>
          <p:cNvSpPr txBox="1"/>
          <p:nvPr/>
        </p:nvSpPr>
        <p:spPr>
          <a:xfrm>
            <a:off x="235659" y="1703923"/>
            <a:ext cx="749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Humanoid 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5F3D72D-29D8-0439-37B7-A5CB2104FF2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B5B5B5"/>
              </a:clrFrom>
              <a:clrTo>
                <a:srgbClr val="B5B5B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0978" y="2104033"/>
            <a:ext cx="705110" cy="748280"/>
          </a:xfrm>
          <a:prstGeom prst="rect">
            <a:avLst/>
          </a:prstGeom>
        </p:spPr>
      </p:pic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60EF508-EA02-43B8-0ED2-5657FA824CF6}"/>
              </a:ext>
            </a:extLst>
          </p:cNvPr>
          <p:cNvSpPr/>
          <p:nvPr/>
        </p:nvSpPr>
        <p:spPr>
          <a:xfrm>
            <a:off x="1526210" y="1713446"/>
            <a:ext cx="1027497" cy="11532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D75EDFC7-D486-A4F5-1217-AA11C54841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940" t="13254" r="5909" b="15718"/>
          <a:stretch/>
        </p:blipFill>
        <p:spPr>
          <a:xfrm>
            <a:off x="1615111" y="2104033"/>
            <a:ext cx="859716" cy="747878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FFFC7B1-E7B0-1113-7F3A-88EAFD2E23DE}"/>
              </a:ext>
            </a:extLst>
          </p:cNvPr>
          <p:cNvCxnSpPr>
            <a:cxnSpLocks/>
            <a:stCxn id="59" idx="4"/>
            <a:endCxn id="19" idx="0"/>
          </p:cNvCxnSpPr>
          <p:nvPr/>
        </p:nvCxnSpPr>
        <p:spPr>
          <a:xfrm>
            <a:off x="3444289" y="1497065"/>
            <a:ext cx="1" cy="21638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153E7CB-D34F-7083-55CD-5E29B4B5BAB2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2490549" y="588118"/>
            <a:ext cx="505027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0C92EC6-FBB5-E777-58AC-B05F9BBCFD2E}"/>
              </a:ext>
            </a:extLst>
          </p:cNvPr>
          <p:cNvCxnSpPr>
            <a:cxnSpLocks/>
          </p:cNvCxnSpPr>
          <p:nvPr/>
        </p:nvCxnSpPr>
        <p:spPr>
          <a:xfrm>
            <a:off x="1014396" y="588117"/>
            <a:ext cx="577276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流程图: 或者 58">
            <a:extLst>
              <a:ext uri="{FF2B5EF4-FFF2-40B4-BE49-F238E27FC236}">
                <a16:creationId xmlns:a16="http://schemas.microsoft.com/office/drawing/2014/main" id="{EA567640-8EAA-421A-63C0-BAC805E86531}"/>
              </a:ext>
            </a:extLst>
          </p:cNvPr>
          <p:cNvSpPr/>
          <p:nvPr/>
        </p:nvSpPr>
        <p:spPr>
          <a:xfrm>
            <a:off x="3375771" y="1360030"/>
            <a:ext cx="137035" cy="137035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B7B07FF-55CF-F9DC-CD7C-00099D5EBEDA}"/>
              </a:ext>
            </a:extLst>
          </p:cNvPr>
          <p:cNvSpPr txBox="1"/>
          <p:nvPr/>
        </p:nvSpPr>
        <p:spPr>
          <a:xfrm>
            <a:off x="2183374" y="1299108"/>
            <a:ext cx="9301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Frame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69898F5-6EC4-7A99-7BFE-7DB1C262A983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3444289" y="1159714"/>
            <a:ext cx="2781" cy="20031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FE7CB3C-18B2-EED6-80D2-7F8C372A7629}"/>
              </a:ext>
            </a:extLst>
          </p:cNvPr>
          <p:cNvCxnSpPr>
            <a:cxnSpLocks/>
            <a:endCxn id="59" idx="2"/>
          </p:cNvCxnSpPr>
          <p:nvPr/>
        </p:nvCxnSpPr>
        <p:spPr>
          <a:xfrm>
            <a:off x="3011265" y="1428548"/>
            <a:ext cx="364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7C203FCE-5986-FDF7-B9DD-D588CC910469}"/>
              </a:ext>
            </a:extLst>
          </p:cNvPr>
          <p:cNvCxnSpPr>
            <a:cxnSpLocks/>
          </p:cNvCxnSpPr>
          <p:nvPr/>
        </p:nvCxnSpPr>
        <p:spPr>
          <a:xfrm flipV="1">
            <a:off x="2042132" y="1428547"/>
            <a:ext cx="244475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9FDEB7EB-6DF7-0F77-6D60-FCAD154072C7}"/>
              </a:ext>
            </a:extLst>
          </p:cNvPr>
          <p:cNvCxnSpPr>
            <a:stCxn id="10" idx="2"/>
          </p:cNvCxnSpPr>
          <p:nvPr/>
        </p:nvCxnSpPr>
        <p:spPr>
          <a:xfrm flipH="1">
            <a:off x="2042132" y="985763"/>
            <a:ext cx="2171" cy="4427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3F8B9264-0859-2908-8749-5FFE125984EA}"/>
              </a:ext>
            </a:extLst>
          </p:cNvPr>
          <p:cNvCxnSpPr>
            <a:cxnSpLocks/>
          </p:cNvCxnSpPr>
          <p:nvPr/>
        </p:nvCxnSpPr>
        <p:spPr>
          <a:xfrm flipH="1">
            <a:off x="2553707" y="2402298"/>
            <a:ext cx="4575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775C1164-8137-52EC-9915-0A43E2BF6B1C}"/>
              </a:ext>
            </a:extLst>
          </p:cNvPr>
          <p:cNvCxnSpPr>
            <a:cxnSpLocks/>
          </p:cNvCxnSpPr>
          <p:nvPr/>
        </p:nvCxnSpPr>
        <p:spPr>
          <a:xfrm flipH="1">
            <a:off x="1030237" y="2402298"/>
            <a:ext cx="495973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流程图: 接点 102">
            <a:extLst>
              <a:ext uri="{FF2B5EF4-FFF2-40B4-BE49-F238E27FC236}">
                <a16:creationId xmlns:a16="http://schemas.microsoft.com/office/drawing/2014/main" id="{71E8643A-070A-E35F-CD73-20E008BBBE6B}"/>
              </a:ext>
            </a:extLst>
          </p:cNvPr>
          <p:cNvSpPr/>
          <p:nvPr/>
        </p:nvSpPr>
        <p:spPr>
          <a:xfrm>
            <a:off x="1836643" y="2288453"/>
            <a:ext cx="25200" cy="252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D966D261-7550-C23C-602B-FABC4E731F59}"/>
              </a:ext>
            </a:extLst>
          </p:cNvPr>
          <p:cNvCxnSpPr>
            <a:cxnSpLocks/>
          </p:cNvCxnSpPr>
          <p:nvPr/>
        </p:nvCxnSpPr>
        <p:spPr>
          <a:xfrm>
            <a:off x="1861843" y="2301053"/>
            <a:ext cx="239027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BEBD8033-70B3-E01B-B9C8-46D00263F364}"/>
              </a:ext>
            </a:extLst>
          </p:cNvPr>
          <p:cNvCxnSpPr>
            <a:cxnSpLocks/>
          </p:cNvCxnSpPr>
          <p:nvPr/>
        </p:nvCxnSpPr>
        <p:spPr>
          <a:xfrm flipH="1">
            <a:off x="1746849" y="2301900"/>
            <a:ext cx="99542" cy="20633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流程图: 接点 110">
            <a:extLst>
              <a:ext uri="{FF2B5EF4-FFF2-40B4-BE49-F238E27FC236}">
                <a16:creationId xmlns:a16="http://schemas.microsoft.com/office/drawing/2014/main" id="{FC12C3E6-BA65-0642-94C1-9C8ADE42827A}"/>
              </a:ext>
            </a:extLst>
          </p:cNvPr>
          <p:cNvSpPr/>
          <p:nvPr/>
        </p:nvSpPr>
        <p:spPr>
          <a:xfrm>
            <a:off x="2075670" y="2587410"/>
            <a:ext cx="25200" cy="252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流程图: 接点 111">
            <a:extLst>
              <a:ext uri="{FF2B5EF4-FFF2-40B4-BE49-F238E27FC236}">
                <a16:creationId xmlns:a16="http://schemas.microsoft.com/office/drawing/2014/main" id="{419DCEA6-26D0-1A52-A032-A5AC7C85169B}"/>
              </a:ext>
            </a:extLst>
          </p:cNvPr>
          <p:cNvSpPr/>
          <p:nvPr/>
        </p:nvSpPr>
        <p:spPr>
          <a:xfrm>
            <a:off x="2359833" y="2373856"/>
            <a:ext cx="25200" cy="252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A2D08125-1176-937B-717A-73E7E81C1738}"/>
              </a:ext>
            </a:extLst>
          </p:cNvPr>
          <p:cNvCxnSpPr>
            <a:cxnSpLocks/>
            <a:endCxn id="111" idx="1"/>
          </p:cNvCxnSpPr>
          <p:nvPr/>
        </p:nvCxnSpPr>
        <p:spPr>
          <a:xfrm>
            <a:off x="1851222" y="2308906"/>
            <a:ext cx="228138" cy="28219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BBEF7114-BD48-B950-83B3-BBC19CD04700}"/>
              </a:ext>
            </a:extLst>
          </p:cNvPr>
          <p:cNvCxnSpPr>
            <a:cxnSpLocks/>
            <a:endCxn id="112" idx="3"/>
          </p:cNvCxnSpPr>
          <p:nvPr/>
        </p:nvCxnSpPr>
        <p:spPr>
          <a:xfrm flipV="1">
            <a:off x="2092659" y="2395366"/>
            <a:ext cx="270864" cy="2044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3A945AE2-65E5-FA74-4151-525AAD335FA7}"/>
              </a:ext>
            </a:extLst>
          </p:cNvPr>
          <p:cNvSpPr txBox="1"/>
          <p:nvPr/>
        </p:nvSpPr>
        <p:spPr>
          <a:xfrm>
            <a:off x="1714928" y="2131648"/>
            <a:ext cx="92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26E58DD-F8A6-6A64-6D94-C45BE45DC544}"/>
              </a:ext>
            </a:extLst>
          </p:cNvPr>
          <p:cNvSpPr txBox="1"/>
          <p:nvPr/>
        </p:nvSpPr>
        <p:spPr>
          <a:xfrm>
            <a:off x="1967379" y="2554299"/>
            <a:ext cx="92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BB4C5371-9C27-50F8-E8FE-A5BA13FEB18D}"/>
              </a:ext>
            </a:extLst>
          </p:cNvPr>
          <p:cNvSpPr txBox="1"/>
          <p:nvPr/>
        </p:nvSpPr>
        <p:spPr>
          <a:xfrm>
            <a:off x="2387238" y="2446577"/>
            <a:ext cx="92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CBD2A09F-838D-9204-CD94-53BFA0854E43}"/>
              </a:ext>
            </a:extLst>
          </p:cNvPr>
          <p:cNvSpPr txBox="1"/>
          <p:nvPr/>
        </p:nvSpPr>
        <p:spPr>
          <a:xfrm>
            <a:off x="2066402" y="2142766"/>
            <a:ext cx="92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5F9EC787-610C-4E23-914D-EB8BAE0F8FF2}"/>
              </a:ext>
            </a:extLst>
          </p:cNvPr>
          <p:cNvSpPr txBox="1"/>
          <p:nvPr/>
        </p:nvSpPr>
        <p:spPr>
          <a:xfrm>
            <a:off x="1615111" y="2423950"/>
            <a:ext cx="92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C9FA31-1416-D51D-7F6F-6355B914817A}"/>
              </a:ext>
            </a:extLst>
          </p:cNvPr>
          <p:cNvSpPr/>
          <p:nvPr/>
        </p:nvSpPr>
        <p:spPr>
          <a:xfrm>
            <a:off x="409269" y="386064"/>
            <a:ext cx="90000" cy="28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D9D4CE-745F-5962-E10F-346B87E0EEEA}"/>
              </a:ext>
            </a:extLst>
          </p:cNvPr>
          <p:cNvSpPr/>
          <p:nvPr/>
        </p:nvSpPr>
        <p:spPr>
          <a:xfrm>
            <a:off x="748953" y="351444"/>
            <a:ext cx="90000" cy="28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87D30B-EF5F-FF64-FDC7-BE619687A164}"/>
              </a:ext>
            </a:extLst>
          </p:cNvPr>
          <p:cNvSpPr/>
          <p:nvPr/>
        </p:nvSpPr>
        <p:spPr>
          <a:xfrm>
            <a:off x="3226068" y="423866"/>
            <a:ext cx="90000" cy="28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32B4B4-1BBD-6098-AF5F-DF7121948A59}"/>
              </a:ext>
            </a:extLst>
          </p:cNvPr>
          <p:cNvSpPr/>
          <p:nvPr/>
        </p:nvSpPr>
        <p:spPr>
          <a:xfrm>
            <a:off x="3551691" y="391776"/>
            <a:ext cx="90000" cy="28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17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DB1F4-E714-5A06-4ACA-851F3194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330BD11-7488-0A5D-20E7-146F98D6FCF9}"/>
              </a:ext>
            </a:extLst>
          </p:cNvPr>
          <p:cNvSpPr/>
          <p:nvPr/>
        </p:nvSpPr>
        <p:spPr>
          <a:xfrm>
            <a:off x="292287" y="1309726"/>
            <a:ext cx="626190" cy="215444"/>
          </a:xfrm>
          <a:prstGeom prst="roundRect">
            <a:avLst/>
          </a:prstGeom>
          <a:solidFill>
            <a:srgbClr val="EEEEEE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88DB435-2EEB-14B6-3AF7-38FFCAC6E516}"/>
              </a:ext>
            </a:extLst>
          </p:cNvPr>
          <p:cNvSpPr/>
          <p:nvPr/>
        </p:nvSpPr>
        <p:spPr>
          <a:xfrm>
            <a:off x="235659" y="23754"/>
            <a:ext cx="785524" cy="1128725"/>
          </a:xfrm>
          <a:prstGeom prst="roundRect">
            <a:avLst/>
          </a:prstGeom>
          <a:solidFill>
            <a:srgbClr val="EEEEEE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930696-A171-3490-4F57-A98647B0242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B5B5B5"/>
              </a:clrFrom>
              <a:clrTo>
                <a:srgbClr val="B5B5B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9822" y="292299"/>
            <a:ext cx="725620" cy="812089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248C6AE-431A-FCC7-EC0D-5AF56F5AAF21}"/>
              </a:ext>
            </a:extLst>
          </p:cNvPr>
          <p:cNvSpPr/>
          <p:nvPr/>
        </p:nvSpPr>
        <p:spPr>
          <a:xfrm>
            <a:off x="1520314" y="174625"/>
            <a:ext cx="1027497" cy="882623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7B1F78-B165-B414-B88E-BCA847E8D7AC}"/>
              </a:ext>
            </a:extLst>
          </p:cNvPr>
          <p:cNvSpPr txBox="1"/>
          <p:nvPr/>
        </p:nvSpPr>
        <p:spPr>
          <a:xfrm>
            <a:off x="1468948" y="166602"/>
            <a:ext cx="11201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动作捕捉设备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7F4260C-71DD-36A2-2109-482B2AFCDCF3}"/>
              </a:ext>
            </a:extLst>
          </p:cNvPr>
          <p:cNvSpPr/>
          <p:nvPr/>
        </p:nvSpPr>
        <p:spPr>
          <a:xfrm>
            <a:off x="2995576" y="23756"/>
            <a:ext cx="889712" cy="1128725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88401E-F0CA-BE09-6C78-0010635322D6}"/>
              </a:ext>
            </a:extLst>
          </p:cNvPr>
          <p:cNvSpPr txBox="1"/>
          <p:nvPr/>
        </p:nvSpPr>
        <p:spPr>
          <a:xfrm>
            <a:off x="2714953" y="-3151"/>
            <a:ext cx="14509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姿态估计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DE0CDEF-F973-7C1A-AFF1-78E3CEF2C160}"/>
              </a:ext>
            </a:extLst>
          </p:cNvPr>
          <p:cNvSpPr/>
          <p:nvPr/>
        </p:nvSpPr>
        <p:spPr>
          <a:xfrm>
            <a:off x="3011265" y="1713446"/>
            <a:ext cx="866049" cy="1150015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6B3CBC-B845-45E2-0088-943A235EE86A}"/>
              </a:ext>
            </a:extLst>
          </p:cNvPr>
          <p:cNvSpPr txBox="1"/>
          <p:nvPr/>
        </p:nvSpPr>
        <p:spPr>
          <a:xfrm>
            <a:off x="2950587" y="1717918"/>
            <a:ext cx="99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姿态估计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BC64BC5-ACC7-ABDA-52B2-CDF738AE2C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9213" y="1985678"/>
            <a:ext cx="702820" cy="78445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C0EEB6F-9A26-601E-7B05-489ACA4EE1D9}"/>
              </a:ext>
            </a:extLst>
          </p:cNvPr>
          <p:cNvSpPr txBox="1"/>
          <p:nvPr/>
        </p:nvSpPr>
        <p:spPr>
          <a:xfrm>
            <a:off x="1474479" y="1718873"/>
            <a:ext cx="11597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重定向算法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310F164-CC86-9F02-4B1E-28D9A971A081}"/>
              </a:ext>
            </a:extLst>
          </p:cNvPr>
          <p:cNvSpPr/>
          <p:nvPr/>
        </p:nvSpPr>
        <p:spPr>
          <a:xfrm>
            <a:off x="235659" y="1714843"/>
            <a:ext cx="791536" cy="1149776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61CA2FC-27DF-C852-DA9D-0F704A1D0F60}"/>
              </a:ext>
            </a:extLst>
          </p:cNvPr>
          <p:cNvSpPr txBox="1"/>
          <p:nvPr/>
        </p:nvSpPr>
        <p:spPr>
          <a:xfrm>
            <a:off x="217551" y="1723017"/>
            <a:ext cx="8329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人形机器人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02E19A6-154F-A1B7-B535-5133411E73DA}"/>
              </a:ext>
            </a:extLst>
          </p:cNvPr>
          <p:cNvSpPr/>
          <p:nvPr/>
        </p:nvSpPr>
        <p:spPr>
          <a:xfrm>
            <a:off x="1513570" y="1718944"/>
            <a:ext cx="1027497" cy="11532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86E3CA5-56E8-BCB8-663E-DEAD4EC44AAD}"/>
              </a:ext>
            </a:extLst>
          </p:cNvPr>
          <p:cNvCxnSpPr>
            <a:cxnSpLocks/>
            <a:stCxn id="59" idx="4"/>
            <a:endCxn id="19" idx="0"/>
          </p:cNvCxnSpPr>
          <p:nvPr/>
        </p:nvCxnSpPr>
        <p:spPr>
          <a:xfrm>
            <a:off x="3444289" y="1497065"/>
            <a:ext cx="1" cy="21638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0AC8CC9-E8F9-BF14-F883-5471466CBC9E}"/>
              </a:ext>
            </a:extLst>
          </p:cNvPr>
          <p:cNvCxnSpPr>
            <a:cxnSpLocks/>
          </p:cNvCxnSpPr>
          <p:nvPr/>
        </p:nvCxnSpPr>
        <p:spPr>
          <a:xfrm>
            <a:off x="2541067" y="615936"/>
            <a:ext cx="435917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6651A29-0DC8-BDED-5997-AEEE0B10DB9F}"/>
              </a:ext>
            </a:extLst>
          </p:cNvPr>
          <p:cNvCxnSpPr>
            <a:cxnSpLocks/>
          </p:cNvCxnSpPr>
          <p:nvPr/>
        </p:nvCxnSpPr>
        <p:spPr>
          <a:xfrm>
            <a:off x="1021183" y="615936"/>
            <a:ext cx="48981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流程图: 或者 58">
            <a:extLst>
              <a:ext uri="{FF2B5EF4-FFF2-40B4-BE49-F238E27FC236}">
                <a16:creationId xmlns:a16="http://schemas.microsoft.com/office/drawing/2014/main" id="{E34C4A03-C64F-6E73-353A-C02573EF959E}"/>
              </a:ext>
            </a:extLst>
          </p:cNvPr>
          <p:cNvSpPr/>
          <p:nvPr/>
        </p:nvSpPr>
        <p:spPr>
          <a:xfrm>
            <a:off x="3375771" y="1360030"/>
            <a:ext cx="137035" cy="137035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556FCB1-17D8-CF75-165D-CCC5182AA2CF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3444289" y="1159714"/>
            <a:ext cx="2781" cy="20031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01142001-A027-5B95-221F-CF37762440AA}"/>
              </a:ext>
            </a:extLst>
          </p:cNvPr>
          <p:cNvCxnSpPr>
            <a:cxnSpLocks/>
          </p:cNvCxnSpPr>
          <p:nvPr/>
        </p:nvCxnSpPr>
        <p:spPr>
          <a:xfrm flipH="1">
            <a:off x="2553707" y="2402298"/>
            <a:ext cx="4575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9FD3515-9CE2-B095-A610-1C2BA7B5BBC9}"/>
              </a:ext>
            </a:extLst>
          </p:cNvPr>
          <p:cNvCxnSpPr>
            <a:cxnSpLocks/>
          </p:cNvCxnSpPr>
          <p:nvPr/>
        </p:nvCxnSpPr>
        <p:spPr>
          <a:xfrm flipH="1">
            <a:off x="1030237" y="2402298"/>
            <a:ext cx="495973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A1294C1-DB75-412F-614A-DD47D361A779}"/>
              </a:ext>
            </a:extLst>
          </p:cNvPr>
          <p:cNvGrpSpPr/>
          <p:nvPr/>
        </p:nvGrpSpPr>
        <p:grpSpPr>
          <a:xfrm>
            <a:off x="1610031" y="2016450"/>
            <a:ext cx="864202" cy="747878"/>
            <a:chOff x="1615111" y="2104033"/>
            <a:chExt cx="864202" cy="747878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D048633C-D339-72BA-DB5E-7CA201E43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940" t="13254" r="5909" b="15718"/>
            <a:stretch/>
          </p:blipFill>
          <p:spPr>
            <a:xfrm>
              <a:off x="1615111" y="2104033"/>
              <a:ext cx="859716" cy="747878"/>
            </a:xfrm>
            <a:prstGeom prst="rect">
              <a:avLst/>
            </a:prstGeom>
            <a:effectLst>
              <a:softEdge rad="31750"/>
            </a:effectLst>
          </p:spPr>
        </p:pic>
        <p:sp>
          <p:nvSpPr>
            <p:cNvPr id="103" name="流程图: 接点 102">
              <a:extLst>
                <a:ext uri="{FF2B5EF4-FFF2-40B4-BE49-F238E27FC236}">
                  <a16:creationId xmlns:a16="http://schemas.microsoft.com/office/drawing/2014/main" id="{180CEC18-76C2-F820-936A-B8BEFD4445D2}"/>
                </a:ext>
              </a:extLst>
            </p:cNvPr>
            <p:cNvSpPr/>
            <p:nvPr/>
          </p:nvSpPr>
          <p:spPr>
            <a:xfrm>
              <a:off x="1836643" y="2288453"/>
              <a:ext cx="25200" cy="252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679EA74A-6CD1-CA34-C279-95571DDE18DC}"/>
                </a:ext>
              </a:extLst>
            </p:cNvPr>
            <p:cNvCxnSpPr>
              <a:cxnSpLocks/>
            </p:cNvCxnSpPr>
            <p:nvPr/>
          </p:nvCxnSpPr>
          <p:spPr>
            <a:xfrm>
              <a:off x="1861843" y="2301053"/>
              <a:ext cx="23902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3EF501BF-9DA0-D8DA-85D0-A55C74F05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6849" y="2301900"/>
              <a:ext cx="99542" cy="2063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流程图: 接点 110">
              <a:extLst>
                <a:ext uri="{FF2B5EF4-FFF2-40B4-BE49-F238E27FC236}">
                  <a16:creationId xmlns:a16="http://schemas.microsoft.com/office/drawing/2014/main" id="{E42B1FAD-EA31-3F4B-B061-67738C67DDF3}"/>
                </a:ext>
              </a:extLst>
            </p:cNvPr>
            <p:cNvSpPr/>
            <p:nvPr/>
          </p:nvSpPr>
          <p:spPr>
            <a:xfrm>
              <a:off x="2075670" y="2587410"/>
              <a:ext cx="25200" cy="252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流程图: 接点 111">
              <a:extLst>
                <a:ext uri="{FF2B5EF4-FFF2-40B4-BE49-F238E27FC236}">
                  <a16:creationId xmlns:a16="http://schemas.microsoft.com/office/drawing/2014/main" id="{071770DF-C8B3-B405-7120-7BA61F4E7FF9}"/>
                </a:ext>
              </a:extLst>
            </p:cNvPr>
            <p:cNvSpPr/>
            <p:nvPr/>
          </p:nvSpPr>
          <p:spPr>
            <a:xfrm>
              <a:off x="2359833" y="2373856"/>
              <a:ext cx="25200" cy="25200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702279F3-AD5B-7F2F-DE24-054A20437270}"/>
                </a:ext>
              </a:extLst>
            </p:cNvPr>
            <p:cNvCxnSpPr>
              <a:cxnSpLocks/>
              <a:endCxn id="111" idx="1"/>
            </p:cNvCxnSpPr>
            <p:nvPr/>
          </p:nvCxnSpPr>
          <p:spPr>
            <a:xfrm>
              <a:off x="1851222" y="2308906"/>
              <a:ext cx="228138" cy="2821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AAF86922-E53C-C74E-347A-F4E363F9B270}"/>
                </a:ext>
              </a:extLst>
            </p:cNvPr>
            <p:cNvCxnSpPr>
              <a:cxnSpLocks/>
              <a:endCxn id="112" idx="3"/>
            </p:cNvCxnSpPr>
            <p:nvPr/>
          </p:nvCxnSpPr>
          <p:spPr>
            <a:xfrm flipV="1">
              <a:off x="2092659" y="2395366"/>
              <a:ext cx="270864" cy="20448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39943D3B-4584-4C2B-0986-BA596D101819}"/>
                </a:ext>
              </a:extLst>
            </p:cNvPr>
            <p:cNvSpPr txBox="1"/>
            <p:nvPr/>
          </p:nvSpPr>
          <p:spPr>
            <a:xfrm>
              <a:off x="1714928" y="2131648"/>
              <a:ext cx="920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3B44BD78-683E-9971-9A42-301E4465A43E}"/>
                </a:ext>
              </a:extLst>
            </p:cNvPr>
            <p:cNvSpPr txBox="1"/>
            <p:nvPr/>
          </p:nvSpPr>
          <p:spPr>
            <a:xfrm>
              <a:off x="1967379" y="2554299"/>
              <a:ext cx="920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BFC9803B-B63A-E6FE-278F-3871012B03A6}"/>
                </a:ext>
              </a:extLst>
            </p:cNvPr>
            <p:cNvSpPr txBox="1"/>
            <p:nvPr/>
          </p:nvSpPr>
          <p:spPr>
            <a:xfrm>
              <a:off x="2387238" y="2446577"/>
              <a:ext cx="920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zh-CN" alt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E9B7A01F-995A-06A9-6A12-094E3EF847EB}"/>
                </a:ext>
              </a:extLst>
            </p:cNvPr>
            <p:cNvSpPr txBox="1"/>
            <p:nvPr/>
          </p:nvSpPr>
          <p:spPr>
            <a:xfrm>
              <a:off x="2066402" y="2142766"/>
              <a:ext cx="920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92EBAF37-4BD3-94E7-B3BF-1E131799F3DF}"/>
                </a:ext>
              </a:extLst>
            </p:cNvPr>
            <p:cNvSpPr txBox="1"/>
            <p:nvPr/>
          </p:nvSpPr>
          <p:spPr>
            <a:xfrm>
              <a:off x="1615111" y="2423950"/>
              <a:ext cx="920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27B6CD1-DFB5-E112-47BC-BFEB2C1445E5}"/>
              </a:ext>
            </a:extLst>
          </p:cNvPr>
          <p:cNvSpPr/>
          <p:nvPr/>
        </p:nvSpPr>
        <p:spPr>
          <a:xfrm>
            <a:off x="409269" y="386064"/>
            <a:ext cx="90000" cy="28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18997B-AA67-FF4D-62DC-33D045B6F26E}"/>
              </a:ext>
            </a:extLst>
          </p:cNvPr>
          <p:cNvSpPr/>
          <p:nvPr/>
        </p:nvSpPr>
        <p:spPr>
          <a:xfrm>
            <a:off x="748953" y="351444"/>
            <a:ext cx="90000" cy="28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71BF6A1-A014-1EE4-6CEB-7A6B657082F2}"/>
              </a:ext>
            </a:extLst>
          </p:cNvPr>
          <p:cNvGrpSpPr/>
          <p:nvPr/>
        </p:nvGrpSpPr>
        <p:grpSpPr>
          <a:xfrm>
            <a:off x="3046942" y="246265"/>
            <a:ext cx="784890" cy="875263"/>
            <a:chOff x="3046943" y="307403"/>
            <a:chExt cx="733074" cy="820431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73561E7-FA69-4826-794F-04EB77E0A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B5B5B5"/>
                </a:clrFrom>
                <a:clrTo>
                  <a:srgbClr val="B5B5B5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46943" y="307403"/>
              <a:ext cx="733074" cy="820431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6894AD0-FE9F-2FE0-2224-7A7E83DE5A98}"/>
                </a:ext>
              </a:extLst>
            </p:cNvPr>
            <p:cNvSpPr/>
            <p:nvPr/>
          </p:nvSpPr>
          <p:spPr>
            <a:xfrm>
              <a:off x="3213464" y="400464"/>
              <a:ext cx="90000" cy="288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6D6B2B9-0E39-E236-5DE3-6D20B246E2FD}"/>
                </a:ext>
              </a:extLst>
            </p:cNvPr>
            <p:cNvSpPr/>
            <p:nvPr/>
          </p:nvSpPr>
          <p:spPr>
            <a:xfrm>
              <a:off x="3556453" y="371664"/>
              <a:ext cx="90000" cy="288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EEC185B0-7E99-5466-5017-CB899DD729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1927" y="658630"/>
            <a:ext cx="546511" cy="34976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4ECB9DA-B60E-E74B-F649-C119F514090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0898" y="244392"/>
            <a:ext cx="521234" cy="52123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3C1586E-E96D-FF09-A515-000706D1DC7E}"/>
              </a:ext>
            </a:extLst>
          </p:cNvPr>
          <p:cNvSpPr txBox="1"/>
          <p:nvPr/>
        </p:nvSpPr>
        <p:spPr>
          <a:xfrm>
            <a:off x="2317410" y="1315305"/>
            <a:ext cx="9301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深度信息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ACB46E0-C2EE-22D8-4846-7058DAC4EF41}"/>
              </a:ext>
            </a:extLst>
          </p:cNvPr>
          <p:cNvCxnSpPr>
            <a:cxnSpLocks/>
          </p:cNvCxnSpPr>
          <p:nvPr/>
        </p:nvCxnSpPr>
        <p:spPr>
          <a:xfrm>
            <a:off x="3011265" y="1428548"/>
            <a:ext cx="364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D677856-8D7A-D1BE-3764-B6F09C2F62A0}"/>
              </a:ext>
            </a:extLst>
          </p:cNvPr>
          <p:cNvCxnSpPr>
            <a:cxnSpLocks/>
          </p:cNvCxnSpPr>
          <p:nvPr/>
        </p:nvCxnSpPr>
        <p:spPr>
          <a:xfrm>
            <a:off x="2231304" y="1433073"/>
            <a:ext cx="25375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E971571-6D5C-3F98-1005-9513A41CDF0A}"/>
              </a:ext>
            </a:extLst>
          </p:cNvPr>
          <p:cNvCxnSpPr>
            <a:cxnSpLocks/>
          </p:cNvCxnSpPr>
          <p:nvPr/>
        </p:nvCxnSpPr>
        <p:spPr>
          <a:xfrm>
            <a:off x="2228728" y="1054325"/>
            <a:ext cx="2576" cy="378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E11E7B66-2547-45FA-DFF7-93E89FF8C26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5996" y="1917700"/>
            <a:ext cx="479723" cy="96202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853D671-F24D-9CC5-441E-A9FA9F8742F6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0966" y="1951805"/>
            <a:ext cx="502217" cy="9275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67D4742-999A-9886-E54A-2C0BB329B60F}"/>
              </a:ext>
            </a:extLst>
          </p:cNvPr>
          <p:cNvSpPr txBox="1"/>
          <p:nvPr/>
        </p:nvSpPr>
        <p:spPr>
          <a:xfrm>
            <a:off x="153677" y="38659"/>
            <a:ext cx="966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人体动作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FADB765-BDB8-8039-600C-73EC9A7CED1F}"/>
              </a:ext>
            </a:extLst>
          </p:cNvPr>
          <p:cNvSpPr txBox="1"/>
          <p:nvPr/>
        </p:nvSpPr>
        <p:spPr>
          <a:xfrm>
            <a:off x="140307" y="1313028"/>
            <a:ext cx="9301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动作数据集</a:t>
            </a:r>
          </a:p>
        </p:txBody>
      </p: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7ADD6139-8170-888E-5429-0BC4875334E7}"/>
              </a:ext>
            </a:extLst>
          </p:cNvPr>
          <p:cNvCxnSpPr>
            <a:endCxn id="35" idx="0"/>
          </p:cNvCxnSpPr>
          <p:nvPr/>
        </p:nvCxnSpPr>
        <p:spPr>
          <a:xfrm>
            <a:off x="918477" y="1423810"/>
            <a:ext cx="1108842" cy="295134"/>
          </a:xfrm>
          <a:prstGeom prst="bentConnector2">
            <a:avLst/>
          </a:prstGeom>
          <a:ln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550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430</TotalTime>
  <Words>49</Words>
  <Application>Microsoft Office PowerPoint</Application>
  <PresentationFormat>自定义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空 天</dc:creator>
  <cp:lastModifiedBy>空 天</cp:lastModifiedBy>
  <cp:revision>61</cp:revision>
  <dcterms:created xsi:type="dcterms:W3CDTF">2024-04-10T02:01:12Z</dcterms:created>
  <dcterms:modified xsi:type="dcterms:W3CDTF">2026-03-24T08:00:45Z</dcterms:modified>
</cp:coreProperties>
</file>