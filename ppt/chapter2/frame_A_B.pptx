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56" y="1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01776-1FD0-40EC-B299-8C1156C0D67E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0C2D2-C1E0-41DA-8F1C-6B82A350C1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42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0C2D2-C1E0-41DA-8F1C-6B82A350C1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53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A66DD-E3B5-9E26-744F-6E9DA7B04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0F60E4-CE1A-2B18-8CD4-4549C9265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035E4-50ED-EF75-9FEC-7175079C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C86255-B015-FF90-2AEF-A4E7E21E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4D247C-8C39-1556-DA9C-ED12508B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1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49DA-7CCB-E729-28A7-16DE30A5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810BE-B9A1-A102-E631-37537023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1A3A2-549A-2ADE-57F6-C242EE10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F4DE73-6226-C110-25E8-8FC520E7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BB110-028A-019B-ACF9-612A5D2A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67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764AC-8FFD-2B38-8532-F19B3A62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8AEF8-97CC-944A-408B-E36C57568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DA2F6F-6E1F-BA17-210C-0A606730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EDDD8-C068-25D7-D281-24AAD569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8E8C1-32E5-4278-8BFF-A1B9DCCF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35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77C96-84F5-561A-7259-05C030E9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34388-1A60-FED8-D916-AAC6A32A2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050EF0-B1B9-2A2F-DE9A-44590F1C1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C7578C-A1F9-B7F2-C7E7-26EADDC6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5A549E-26D2-DF10-4BDD-D8DEC473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55F7F3-5D05-EBBB-DBED-4AA8BE1E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6C921-8606-D122-AB1B-905FBE08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A0EF86-7896-48A6-4EE1-03662D201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1CB43E-A94B-B8CA-2FA3-C22CF8A4B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534CD-2B30-178B-1A54-3A45C5FC0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E4EC68-31AC-E851-8D82-4FD797165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92C73C-B59B-DE36-A90C-5FD97BC1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47051A-5A0B-943F-F678-74781320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FE79AC-107E-6A3D-AA40-6F5EE784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55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82E7D-5AE2-B3BE-9AC5-B0ED8514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D6F096-4541-3ABA-B6F8-1D53457E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1062CE-2C0C-B884-8724-F95892D1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BB6B1C-0224-C3CD-3AEE-F6288F19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9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9C7857-60D7-81B1-A800-409F6B52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979E0B-EA4E-AB58-557F-477A91EE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40D59-631D-9872-BEEE-0C8C14D4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8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4B0E7-43A7-5D2A-E558-51F34CE3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95069-0569-08AA-5983-FA7A984B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06BA9A-61A1-5815-AC74-13C99DE2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6056C9-9E0D-7B47-52EE-3E1CA1B9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E533BC-4922-A7B9-5781-398BB36C5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90653E-900E-EE76-4C4F-8888A73A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193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9A6ED-A2FB-16D7-7FE2-BF1CA951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47243D-8FE5-4CC5-E956-98700A3DC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3F438C-6017-CC8D-99EA-8A1714218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710C8-303C-A1EB-AD7D-18349DA51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1B1653-7C5B-27B0-62BD-59AE4129D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33293-11D7-D82F-5F87-A2D6498C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05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494E6-DE51-17C7-FE4B-8B46FD82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246343-D926-C6E2-E79B-E8BD3DE28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EACAB0-4AB1-A779-9305-26FE9AEF1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013B61-50FF-2E9C-1D86-E493346A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AB1CAF-DC44-117E-7B1C-552F9B6B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0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A95563-83A1-4C6F-8BD0-A3AEAB3D6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839E76-382D-0111-6DF0-B7CF4A516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726E2-64D1-CE75-CAC4-621C7F2AC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CBBF9-3DDA-71D0-9512-2098F6D6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1AF24-8045-D9CD-9CA1-759DB77D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60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7937B9-7B95-0515-C36D-0B4130CE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39D29E-6F46-15D1-5BD1-FE7272EE9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601A7E-3D3E-9889-7AFE-0D64BEDF7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9AE8-C705-4D96-82A9-3DDCBB28AD70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A8011-445A-452C-B2BA-637D91248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9C871-FC2B-E529-DEA9-FA954FB42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4370B-7688-4518-B681-6C43439D28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87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60A36D-B27D-377C-9CA7-040D6965D9AB}"/>
              </a:ext>
            </a:extLst>
          </p:cNvPr>
          <p:cNvGrpSpPr/>
          <p:nvPr/>
        </p:nvGrpSpPr>
        <p:grpSpPr>
          <a:xfrm>
            <a:off x="3052850" y="858739"/>
            <a:ext cx="5720195" cy="4579273"/>
            <a:chOff x="3052850" y="858739"/>
            <a:chExt cx="5720195" cy="457927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84C9758-2DFD-67DA-53CE-92C2DB266044}"/>
                </a:ext>
              </a:extLst>
            </p:cNvPr>
            <p:cNvGrpSpPr/>
            <p:nvPr/>
          </p:nvGrpSpPr>
          <p:grpSpPr>
            <a:xfrm>
              <a:off x="3052850" y="858739"/>
              <a:ext cx="5720195" cy="4579273"/>
              <a:chOff x="1433600" y="-258861"/>
              <a:chExt cx="5720195" cy="4579273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1CADC3D-CD3B-16A5-0CFB-6C4EE75D317D}"/>
                  </a:ext>
                </a:extLst>
              </p:cNvPr>
              <p:cNvGrpSpPr/>
              <p:nvPr/>
            </p:nvGrpSpPr>
            <p:grpSpPr>
              <a:xfrm>
                <a:off x="1433600" y="934631"/>
                <a:ext cx="4662400" cy="3129369"/>
                <a:chOff x="412520" y="1041311"/>
                <a:chExt cx="5486535" cy="3657690"/>
              </a:xfrm>
            </p:grpSpPr>
            <p:pic>
              <p:nvPicPr>
                <p:cNvPr id="5" name="图片 4">
                  <a:extLst>
                    <a:ext uri="{FF2B5EF4-FFF2-40B4-BE49-F238E27FC236}">
                      <a16:creationId xmlns:a16="http://schemas.microsoft.com/office/drawing/2014/main" id="{2139CC56-F971-AFAF-CEF5-A8D6C39E6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520" y="1041311"/>
                  <a:ext cx="5486535" cy="3657690"/>
                </a:xfrm>
                <a:prstGeom prst="rect">
                  <a:avLst/>
                </a:prstGeom>
              </p:spPr>
            </p:pic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0D1F64DE-9B90-415F-78D9-5FCC984BCE20}"/>
                    </a:ext>
                  </a:extLst>
                </p:cNvPr>
                <p:cNvSpPr/>
                <p:nvPr/>
              </p:nvSpPr>
              <p:spPr>
                <a:xfrm>
                  <a:off x="4387850" y="2091119"/>
                  <a:ext cx="292100" cy="2921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38ED2720-49BB-31B6-474C-7B62EB77FA8B}"/>
                    </a:ext>
                  </a:extLst>
                </p:cNvPr>
                <p:cNvSpPr/>
                <p:nvPr/>
              </p:nvSpPr>
              <p:spPr>
                <a:xfrm>
                  <a:off x="4902705" y="2322514"/>
                  <a:ext cx="149224" cy="14922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BC69B097-5417-AB7C-E095-072C30059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3335212">
                <a:off x="3337734" y="504352"/>
                <a:ext cx="4579273" cy="305284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ADFE36B-2257-28B4-245E-E195E4022F99}"/>
                      </a:ext>
                    </a:extLst>
                  </p:cNvPr>
                  <p:cNvSpPr txBox="1"/>
                  <p:nvPr/>
                </p:nvSpPr>
                <p:spPr>
                  <a:xfrm>
                    <a:off x="6355080" y="952127"/>
                    <a:ext cx="38100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400" b="1" dirty="0"/>
                  </a:p>
                </p:txBody>
              </p:sp>
            </mc:Choice>
            <mc:Fallback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DADFE36B-2257-28B4-245E-E195E4022F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5080" y="952127"/>
                    <a:ext cx="38100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4286" b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6D60112B-A10E-61E8-6381-1A7D4BADE708}"/>
                      </a:ext>
                    </a:extLst>
                  </p:cNvPr>
                  <p:cNvSpPr txBox="1"/>
                  <p:nvPr/>
                </p:nvSpPr>
                <p:spPr>
                  <a:xfrm>
                    <a:off x="5768340" y="3240615"/>
                    <a:ext cx="655320" cy="37677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rgbClr val="0054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smtClean="0">
                                      <a:solidFill>
                                        <a:srgbClr val="0054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54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54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6D60112B-A10E-61E8-6381-1A7D4BADE7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8340" y="3240615"/>
                    <a:ext cx="655320" cy="37677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613" r="-74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A616A12-2FE6-FA14-508D-73E5267042CD}"/>
                    </a:ext>
                  </a:extLst>
                </p:cNvPr>
                <p:cNvSpPr txBox="1"/>
                <p:nvPr/>
              </p:nvSpPr>
              <p:spPr>
                <a:xfrm>
                  <a:off x="5317144" y="3200313"/>
                  <a:ext cx="508000" cy="3990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sPre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A616A12-2FE6-FA14-508D-73E5267042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144" y="3200313"/>
                  <a:ext cx="508000" cy="39908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514D3B9-50B8-0B85-DAD4-3BE61F694648}"/>
                </a:ext>
              </a:extLst>
            </p:cNvPr>
            <p:cNvSpPr/>
            <p:nvPr/>
          </p:nvSpPr>
          <p:spPr>
            <a:xfrm>
              <a:off x="5395062" y="3403600"/>
              <a:ext cx="175684" cy="162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36848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6</cp:revision>
  <dcterms:created xsi:type="dcterms:W3CDTF">2026-02-25T07:48:14Z</dcterms:created>
  <dcterms:modified xsi:type="dcterms:W3CDTF">2026-02-25T08:07:52Z</dcterms:modified>
</cp:coreProperties>
</file>