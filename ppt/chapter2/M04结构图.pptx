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1979613" cy="2879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06" userDrawn="1">
          <p15:clr>
            <a:srgbClr val="A4A3A4"/>
          </p15:clr>
        </p15:guide>
        <p15:guide id="2" pos="6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600"/>
    <a:srgbClr val="FFEACC"/>
    <a:srgbClr val="C6B192"/>
    <a:srgbClr val="CCB7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15" autoAdjust="0"/>
    <p:restoredTop sz="94660"/>
  </p:normalViewPr>
  <p:slideViewPr>
    <p:cSldViewPr snapToGrid="0" showGuides="1">
      <p:cViewPr>
        <p:scale>
          <a:sx n="200" d="100"/>
          <a:sy n="200" d="100"/>
        </p:scale>
        <p:origin x="5668" y="1488"/>
      </p:cViewPr>
      <p:guideLst>
        <p:guide orient="horz" pos="1406"/>
        <p:guide pos="6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F2E3F5-957E-4C4A-B11C-DB0225636F4B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68550" y="1143000"/>
            <a:ext cx="21209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4A51EA-3A4D-487A-860C-17539F4A72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0767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4A51EA-3A4D-487A-860C-17539F4A72D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4111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471" y="471289"/>
            <a:ext cx="1682671" cy="1002571"/>
          </a:xfrm>
        </p:spPr>
        <p:txBody>
          <a:bodyPr anchor="b"/>
          <a:lstStyle>
            <a:lvl1pPr algn="ctr">
              <a:defRPr sz="12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7452" y="1512522"/>
            <a:ext cx="1484710" cy="695267"/>
          </a:xfrm>
        </p:spPr>
        <p:txBody>
          <a:bodyPr/>
          <a:lstStyle>
            <a:lvl1pPr marL="0" indent="0" algn="ctr">
              <a:buNone/>
              <a:defRPr sz="520"/>
            </a:lvl1pPr>
            <a:lvl2pPr marL="98984" indent="0" algn="ctr">
              <a:buNone/>
              <a:defRPr sz="433"/>
            </a:lvl2pPr>
            <a:lvl3pPr marL="197968" indent="0" algn="ctr">
              <a:buNone/>
              <a:defRPr sz="390"/>
            </a:lvl3pPr>
            <a:lvl4pPr marL="296951" indent="0" algn="ctr">
              <a:buNone/>
              <a:defRPr sz="346"/>
            </a:lvl4pPr>
            <a:lvl5pPr marL="395935" indent="0" algn="ctr">
              <a:buNone/>
              <a:defRPr sz="346"/>
            </a:lvl5pPr>
            <a:lvl6pPr marL="494919" indent="0" algn="ctr">
              <a:buNone/>
              <a:defRPr sz="346"/>
            </a:lvl6pPr>
            <a:lvl7pPr marL="593903" indent="0" algn="ctr">
              <a:buNone/>
              <a:defRPr sz="346"/>
            </a:lvl7pPr>
            <a:lvl8pPr marL="692887" indent="0" algn="ctr">
              <a:buNone/>
              <a:defRPr sz="346"/>
            </a:lvl8pPr>
            <a:lvl9pPr marL="791870" indent="0" algn="ctr">
              <a:buNone/>
              <a:defRPr sz="346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ADA11-965E-4691-869A-E11A2A300241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9DCAC-7FBE-4B64-ABA1-6A79C12DB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8313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ADA11-965E-4691-869A-E11A2A300241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9DCAC-7FBE-4B64-ABA1-6A79C12DB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4181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068" y="717932"/>
            <a:ext cx="1707416" cy="1197885"/>
          </a:xfrm>
        </p:spPr>
        <p:txBody>
          <a:bodyPr anchor="b"/>
          <a:lstStyle>
            <a:lvl1pPr>
              <a:defRPr sz="129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5068" y="1927150"/>
            <a:ext cx="1707416" cy="629940"/>
          </a:xfrm>
        </p:spPr>
        <p:txBody>
          <a:bodyPr/>
          <a:lstStyle>
            <a:lvl1pPr marL="0" indent="0">
              <a:buNone/>
              <a:defRPr sz="520">
                <a:solidFill>
                  <a:schemeClr val="tx1"/>
                </a:solidFill>
              </a:defRPr>
            </a:lvl1pPr>
            <a:lvl2pPr marL="98984" indent="0">
              <a:buNone/>
              <a:defRPr sz="433">
                <a:solidFill>
                  <a:schemeClr val="tx1">
                    <a:tint val="75000"/>
                  </a:schemeClr>
                </a:solidFill>
              </a:defRPr>
            </a:lvl2pPr>
            <a:lvl3pPr marL="197968" indent="0">
              <a:buNone/>
              <a:defRPr sz="390">
                <a:solidFill>
                  <a:schemeClr val="tx1">
                    <a:tint val="75000"/>
                  </a:schemeClr>
                </a:solidFill>
              </a:defRPr>
            </a:lvl3pPr>
            <a:lvl4pPr marL="296951" indent="0">
              <a:buNone/>
              <a:defRPr sz="346">
                <a:solidFill>
                  <a:schemeClr val="tx1">
                    <a:tint val="75000"/>
                  </a:schemeClr>
                </a:solidFill>
              </a:defRPr>
            </a:lvl4pPr>
            <a:lvl5pPr marL="395935" indent="0">
              <a:buNone/>
              <a:defRPr sz="346">
                <a:solidFill>
                  <a:schemeClr val="tx1">
                    <a:tint val="75000"/>
                  </a:schemeClr>
                </a:solidFill>
              </a:defRPr>
            </a:lvl5pPr>
            <a:lvl6pPr marL="494919" indent="0">
              <a:buNone/>
              <a:defRPr sz="346">
                <a:solidFill>
                  <a:schemeClr val="tx1">
                    <a:tint val="75000"/>
                  </a:schemeClr>
                </a:solidFill>
              </a:defRPr>
            </a:lvl6pPr>
            <a:lvl7pPr marL="593903" indent="0">
              <a:buNone/>
              <a:defRPr sz="346">
                <a:solidFill>
                  <a:schemeClr val="tx1">
                    <a:tint val="75000"/>
                  </a:schemeClr>
                </a:solidFill>
              </a:defRPr>
            </a:lvl7pPr>
            <a:lvl8pPr marL="692887" indent="0">
              <a:buNone/>
              <a:defRPr sz="346">
                <a:solidFill>
                  <a:schemeClr val="tx1">
                    <a:tint val="75000"/>
                  </a:schemeClr>
                </a:solidFill>
              </a:defRPr>
            </a:lvl8pPr>
            <a:lvl9pPr marL="791870" indent="0">
              <a:buNone/>
              <a:defRPr sz="34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ADA11-965E-4691-869A-E11A2A300241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9DCAC-7FBE-4B64-ABA1-6A79C12DB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081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6098" y="766593"/>
            <a:ext cx="841336" cy="18271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2179" y="766593"/>
            <a:ext cx="841336" cy="18271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ADA11-965E-4691-869A-E11A2A300241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9DCAC-7FBE-4B64-ABA1-6A79C12DB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2224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56" y="153319"/>
            <a:ext cx="1707416" cy="55661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356" y="705933"/>
            <a:ext cx="837469" cy="345967"/>
          </a:xfrm>
        </p:spPr>
        <p:txBody>
          <a:bodyPr anchor="b"/>
          <a:lstStyle>
            <a:lvl1pPr marL="0" indent="0">
              <a:buNone/>
              <a:defRPr sz="520" b="1"/>
            </a:lvl1pPr>
            <a:lvl2pPr marL="98984" indent="0">
              <a:buNone/>
              <a:defRPr sz="433" b="1"/>
            </a:lvl2pPr>
            <a:lvl3pPr marL="197968" indent="0">
              <a:buNone/>
              <a:defRPr sz="390" b="1"/>
            </a:lvl3pPr>
            <a:lvl4pPr marL="296951" indent="0">
              <a:buNone/>
              <a:defRPr sz="346" b="1"/>
            </a:lvl4pPr>
            <a:lvl5pPr marL="395935" indent="0">
              <a:buNone/>
              <a:defRPr sz="346" b="1"/>
            </a:lvl5pPr>
            <a:lvl6pPr marL="494919" indent="0">
              <a:buNone/>
              <a:defRPr sz="346" b="1"/>
            </a:lvl6pPr>
            <a:lvl7pPr marL="593903" indent="0">
              <a:buNone/>
              <a:defRPr sz="346" b="1"/>
            </a:lvl7pPr>
            <a:lvl8pPr marL="692887" indent="0">
              <a:buNone/>
              <a:defRPr sz="346" b="1"/>
            </a:lvl8pPr>
            <a:lvl9pPr marL="791870" indent="0">
              <a:buNone/>
              <a:defRPr sz="34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356" y="1051899"/>
            <a:ext cx="837469" cy="15471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02179" y="705933"/>
            <a:ext cx="841593" cy="345967"/>
          </a:xfrm>
        </p:spPr>
        <p:txBody>
          <a:bodyPr anchor="b"/>
          <a:lstStyle>
            <a:lvl1pPr marL="0" indent="0">
              <a:buNone/>
              <a:defRPr sz="520" b="1"/>
            </a:lvl1pPr>
            <a:lvl2pPr marL="98984" indent="0">
              <a:buNone/>
              <a:defRPr sz="433" b="1"/>
            </a:lvl2pPr>
            <a:lvl3pPr marL="197968" indent="0">
              <a:buNone/>
              <a:defRPr sz="390" b="1"/>
            </a:lvl3pPr>
            <a:lvl4pPr marL="296951" indent="0">
              <a:buNone/>
              <a:defRPr sz="346" b="1"/>
            </a:lvl4pPr>
            <a:lvl5pPr marL="395935" indent="0">
              <a:buNone/>
              <a:defRPr sz="346" b="1"/>
            </a:lvl5pPr>
            <a:lvl6pPr marL="494919" indent="0">
              <a:buNone/>
              <a:defRPr sz="346" b="1"/>
            </a:lvl6pPr>
            <a:lvl7pPr marL="593903" indent="0">
              <a:buNone/>
              <a:defRPr sz="346" b="1"/>
            </a:lvl7pPr>
            <a:lvl8pPr marL="692887" indent="0">
              <a:buNone/>
              <a:defRPr sz="346" b="1"/>
            </a:lvl8pPr>
            <a:lvl9pPr marL="791870" indent="0">
              <a:buNone/>
              <a:defRPr sz="34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02179" y="1051899"/>
            <a:ext cx="841593" cy="15471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ADA11-965E-4691-869A-E11A2A300241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9DCAC-7FBE-4B64-ABA1-6A79C12DB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306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ADA11-965E-4691-869A-E11A2A300241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9DCAC-7FBE-4B64-ABA1-6A79C12DB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861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ADA11-965E-4691-869A-E11A2A300241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9DCAC-7FBE-4B64-ABA1-6A79C12DB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1013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56" y="191982"/>
            <a:ext cx="638477" cy="671936"/>
          </a:xfrm>
        </p:spPr>
        <p:txBody>
          <a:bodyPr anchor="b"/>
          <a:lstStyle>
            <a:lvl1pPr>
              <a:defRPr sz="69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593" y="414628"/>
            <a:ext cx="1002179" cy="2046471"/>
          </a:xfrm>
        </p:spPr>
        <p:txBody>
          <a:bodyPr/>
          <a:lstStyle>
            <a:lvl1pPr>
              <a:defRPr sz="693"/>
            </a:lvl1pPr>
            <a:lvl2pPr>
              <a:defRPr sz="606"/>
            </a:lvl2pPr>
            <a:lvl3pPr>
              <a:defRPr sz="520"/>
            </a:lvl3pPr>
            <a:lvl4pPr>
              <a:defRPr sz="433"/>
            </a:lvl4pPr>
            <a:lvl5pPr>
              <a:defRPr sz="433"/>
            </a:lvl5pPr>
            <a:lvl6pPr>
              <a:defRPr sz="433"/>
            </a:lvl6pPr>
            <a:lvl7pPr>
              <a:defRPr sz="433"/>
            </a:lvl7pPr>
            <a:lvl8pPr>
              <a:defRPr sz="433"/>
            </a:lvl8pPr>
            <a:lvl9pPr>
              <a:defRPr sz="43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6356" y="863918"/>
            <a:ext cx="638477" cy="1600514"/>
          </a:xfrm>
        </p:spPr>
        <p:txBody>
          <a:bodyPr/>
          <a:lstStyle>
            <a:lvl1pPr marL="0" indent="0">
              <a:buNone/>
              <a:defRPr sz="346"/>
            </a:lvl1pPr>
            <a:lvl2pPr marL="98984" indent="0">
              <a:buNone/>
              <a:defRPr sz="303"/>
            </a:lvl2pPr>
            <a:lvl3pPr marL="197968" indent="0">
              <a:buNone/>
              <a:defRPr sz="260"/>
            </a:lvl3pPr>
            <a:lvl4pPr marL="296951" indent="0">
              <a:buNone/>
              <a:defRPr sz="217"/>
            </a:lvl4pPr>
            <a:lvl5pPr marL="395935" indent="0">
              <a:buNone/>
              <a:defRPr sz="217"/>
            </a:lvl5pPr>
            <a:lvl6pPr marL="494919" indent="0">
              <a:buNone/>
              <a:defRPr sz="217"/>
            </a:lvl6pPr>
            <a:lvl7pPr marL="593903" indent="0">
              <a:buNone/>
              <a:defRPr sz="217"/>
            </a:lvl7pPr>
            <a:lvl8pPr marL="692887" indent="0">
              <a:buNone/>
              <a:defRPr sz="217"/>
            </a:lvl8pPr>
            <a:lvl9pPr marL="791870" indent="0">
              <a:buNone/>
              <a:defRPr sz="21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ADA11-965E-4691-869A-E11A2A300241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9DCAC-7FBE-4B64-ABA1-6A79C12DB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1723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56" y="191982"/>
            <a:ext cx="638477" cy="671936"/>
          </a:xfrm>
        </p:spPr>
        <p:txBody>
          <a:bodyPr anchor="b"/>
          <a:lstStyle>
            <a:lvl1pPr>
              <a:defRPr sz="69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41593" y="414628"/>
            <a:ext cx="1002179" cy="2046471"/>
          </a:xfrm>
        </p:spPr>
        <p:txBody>
          <a:bodyPr anchor="t"/>
          <a:lstStyle>
            <a:lvl1pPr marL="0" indent="0">
              <a:buNone/>
              <a:defRPr sz="693"/>
            </a:lvl1pPr>
            <a:lvl2pPr marL="98984" indent="0">
              <a:buNone/>
              <a:defRPr sz="606"/>
            </a:lvl2pPr>
            <a:lvl3pPr marL="197968" indent="0">
              <a:buNone/>
              <a:defRPr sz="520"/>
            </a:lvl3pPr>
            <a:lvl4pPr marL="296951" indent="0">
              <a:buNone/>
              <a:defRPr sz="433"/>
            </a:lvl4pPr>
            <a:lvl5pPr marL="395935" indent="0">
              <a:buNone/>
              <a:defRPr sz="433"/>
            </a:lvl5pPr>
            <a:lvl6pPr marL="494919" indent="0">
              <a:buNone/>
              <a:defRPr sz="433"/>
            </a:lvl6pPr>
            <a:lvl7pPr marL="593903" indent="0">
              <a:buNone/>
              <a:defRPr sz="433"/>
            </a:lvl7pPr>
            <a:lvl8pPr marL="692887" indent="0">
              <a:buNone/>
              <a:defRPr sz="433"/>
            </a:lvl8pPr>
            <a:lvl9pPr marL="791870" indent="0">
              <a:buNone/>
              <a:defRPr sz="433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6356" y="863918"/>
            <a:ext cx="638477" cy="1600514"/>
          </a:xfrm>
        </p:spPr>
        <p:txBody>
          <a:bodyPr/>
          <a:lstStyle>
            <a:lvl1pPr marL="0" indent="0">
              <a:buNone/>
              <a:defRPr sz="346"/>
            </a:lvl1pPr>
            <a:lvl2pPr marL="98984" indent="0">
              <a:buNone/>
              <a:defRPr sz="303"/>
            </a:lvl2pPr>
            <a:lvl3pPr marL="197968" indent="0">
              <a:buNone/>
              <a:defRPr sz="260"/>
            </a:lvl3pPr>
            <a:lvl4pPr marL="296951" indent="0">
              <a:buNone/>
              <a:defRPr sz="217"/>
            </a:lvl4pPr>
            <a:lvl5pPr marL="395935" indent="0">
              <a:buNone/>
              <a:defRPr sz="217"/>
            </a:lvl5pPr>
            <a:lvl6pPr marL="494919" indent="0">
              <a:buNone/>
              <a:defRPr sz="217"/>
            </a:lvl6pPr>
            <a:lvl7pPr marL="593903" indent="0">
              <a:buNone/>
              <a:defRPr sz="217"/>
            </a:lvl7pPr>
            <a:lvl8pPr marL="692887" indent="0">
              <a:buNone/>
              <a:defRPr sz="217"/>
            </a:lvl8pPr>
            <a:lvl9pPr marL="791870" indent="0">
              <a:buNone/>
              <a:defRPr sz="21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ADA11-965E-4691-869A-E11A2A300241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9DCAC-7FBE-4B64-ABA1-6A79C12DB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4936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ADA11-965E-4691-869A-E11A2A300241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9DCAC-7FBE-4B64-ABA1-6A79C12DB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2679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16661" y="153319"/>
            <a:ext cx="426854" cy="244043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6099" y="153319"/>
            <a:ext cx="1255817" cy="244043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ADA11-965E-4691-869A-E11A2A300241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9DCAC-7FBE-4B64-ABA1-6A79C12DB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4912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6099" y="153319"/>
            <a:ext cx="1707416" cy="556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099" y="766593"/>
            <a:ext cx="1707416" cy="1827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6098" y="2669079"/>
            <a:ext cx="445413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BADA11-965E-4691-869A-E11A2A300241}" type="datetimeFigureOut">
              <a:rPr lang="zh-CN" altLang="en-US" smtClean="0"/>
              <a:t>2026/3/28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5747" y="2669079"/>
            <a:ext cx="668119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98102" y="2669079"/>
            <a:ext cx="445413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C9DCAC-7FBE-4B64-ABA1-6A79C12DB5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8029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97968" rtl="0" eaLnBrk="1" latinLnBrk="0" hangingPunct="1">
        <a:lnSpc>
          <a:spcPct val="90000"/>
        </a:lnSpc>
        <a:spcBef>
          <a:spcPct val="0"/>
        </a:spcBef>
        <a:buNone/>
        <a:defRPr sz="95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492" indent="-49492" algn="l" defTabSz="197968" rtl="0" eaLnBrk="1" latinLnBrk="0" hangingPunct="1">
        <a:lnSpc>
          <a:spcPct val="90000"/>
        </a:lnSpc>
        <a:spcBef>
          <a:spcPts val="217"/>
        </a:spcBef>
        <a:buFont typeface="Arial" panose="020B0604020202020204" pitchFamily="34" charset="0"/>
        <a:buChar char="•"/>
        <a:defRPr sz="606" kern="1200">
          <a:solidFill>
            <a:schemeClr val="tx1"/>
          </a:solidFill>
          <a:latin typeface="+mn-lt"/>
          <a:ea typeface="+mn-ea"/>
          <a:cs typeface="+mn-cs"/>
        </a:defRPr>
      </a:lvl1pPr>
      <a:lvl2pPr marL="148476" indent="-49492" algn="l" defTabSz="197968" rtl="0" eaLnBrk="1" latinLnBrk="0" hangingPunct="1">
        <a:lnSpc>
          <a:spcPct val="90000"/>
        </a:lnSpc>
        <a:spcBef>
          <a:spcPts val="108"/>
        </a:spcBef>
        <a:buFont typeface="Arial" panose="020B0604020202020204" pitchFamily="34" charset="0"/>
        <a:buChar char="•"/>
        <a:defRPr sz="520" kern="1200">
          <a:solidFill>
            <a:schemeClr val="tx1"/>
          </a:solidFill>
          <a:latin typeface="+mn-lt"/>
          <a:ea typeface="+mn-ea"/>
          <a:cs typeface="+mn-cs"/>
        </a:defRPr>
      </a:lvl2pPr>
      <a:lvl3pPr marL="247460" indent="-49492" algn="l" defTabSz="197968" rtl="0" eaLnBrk="1" latinLnBrk="0" hangingPunct="1">
        <a:lnSpc>
          <a:spcPct val="90000"/>
        </a:lnSpc>
        <a:spcBef>
          <a:spcPts val="108"/>
        </a:spcBef>
        <a:buFont typeface="Arial" panose="020B0604020202020204" pitchFamily="34" charset="0"/>
        <a:buChar char="•"/>
        <a:defRPr sz="433" kern="1200">
          <a:solidFill>
            <a:schemeClr val="tx1"/>
          </a:solidFill>
          <a:latin typeface="+mn-lt"/>
          <a:ea typeface="+mn-ea"/>
          <a:cs typeface="+mn-cs"/>
        </a:defRPr>
      </a:lvl3pPr>
      <a:lvl4pPr marL="346443" indent="-49492" algn="l" defTabSz="197968" rtl="0" eaLnBrk="1" latinLnBrk="0" hangingPunct="1">
        <a:lnSpc>
          <a:spcPct val="90000"/>
        </a:lnSpc>
        <a:spcBef>
          <a:spcPts val="108"/>
        </a:spcBef>
        <a:buFont typeface="Arial" panose="020B0604020202020204" pitchFamily="34" charset="0"/>
        <a:buChar char="•"/>
        <a:defRPr sz="390" kern="1200">
          <a:solidFill>
            <a:schemeClr val="tx1"/>
          </a:solidFill>
          <a:latin typeface="+mn-lt"/>
          <a:ea typeface="+mn-ea"/>
          <a:cs typeface="+mn-cs"/>
        </a:defRPr>
      </a:lvl4pPr>
      <a:lvl5pPr marL="445427" indent="-49492" algn="l" defTabSz="197968" rtl="0" eaLnBrk="1" latinLnBrk="0" hangingPunct="1">
        <a:lnSpc>
          <a:spcPct val="90000"/>
        </a:lnSpc>
        <a:spcBef>
          <a:spcPts val="108"/>
        </a:spcBef>
        <a:buFont typeface="Arial" panose="020B0604020202020204" pitchFamily="34" charset="0"/>
        <a:buChar char="•"/>
        <a:defRPr sz="390" kern="1200">
          <a:solidFill>
            <a:schemeClr val="tx1"/>
          </a:solidFill>
          <a:latin typeface="+mn-lt"/>
          <a:ea typeface="+mn-ea"/>
          <a:cs typeface="+mn-cs"/>
        </a:defRPr>
      </a:lvl5pPr>
      <a:lvl6pPr marL="544411" indent="-49492" algn="l" defTabSz="197968" rtl="0" eaLnBrk="1" latinLnBrk="0" hangingPunct="1">
        <a:lnSpc>
          <a:spcPct val="90000"/>
        </a:lnSpc>
        <a:spcBef>
          <a:spcPts val="108"/>
        </a:spcBef>
        <a:buFont typeface="Arial" panose="020B0604020202020204" pitchFamily="34" charset="0"/>
        <a:buChar char="•"/>
        <a:defRPr sz="390" kern="1200">
          <a:solidFill>
            <a:schemeClr val="tx1"/>
          </a:solidFill>
          <a:latin typeface="+mn-lt"/>
          <a:ea typeface="+mn-ea"/>
          <a:cs typeface="+mn-cs"/>
        </a:defRPr>
      </a:lvl6pPr>
      <a:lvl7pPr marL="643395" indent="-49492" algn="l" defTabSz="197968" rtl="0" eaLnBrk="1" latinLnBrk="0" hangingPunct="1">
        <a:lnSpc>
          <a:spcPct val="90000"/>
        </a:lnSpc>
        <a:spcBef>
          <a:spcPts val="108"/>
        </a:spcBef>
        <a:buFont typeface="Arial" panose="020B0604020202020204" pitchFamily="34" charset="0"/>
        <a:buChar char="•"/>
        <a:defRPr sz="390" kern="1200">
          <a:solidFill>
            <a:schemeClr val="tx1"/>
          </a:solidFill>
          <a:latin typeface="+mn-lt"/>
          <a:ea typeface="+mn-ea"/>
          <a:cs typeface="+mn-cs"/>
        </a:defRPr>
      </a:lvl7pPr>
      <a:lvl8pPr marL="742379" indent="-49492" algn="l" defTabSz="197968" rtl="0" eaLnBrk="1" latinLnBrk="0" hangingPunct="1">
        <a:lnSpc>
          <a:spcPct val="90000"/>
        </a:lnSpc>
        <a:spcBef>
          <a:spcPts val="108"/>
        </a:spcBef>
        <a:buFont typeface="Arial" panose="020B0604020202020204" pitchFamily="34" charset="0"/>
        <a:buChar char="•"/>
        <a:defRPr sz="390" kern="1200">
          <a:solidFill>
            <a:schemeClr val="tx1"/>
          </a:solidFill>
          <a:latin typeface="+mn-lt"/>
          <a:ea typeface="+mn-ea"/>
          <a:cs typeface="+mn-cs"/>
        </a:defRPr>
      </a:lvl8pPr>
      <a:lvl9pPr marL="841362" indent="-49492" algn="l" defTabSz="197968" rtl="0" eaLnBrk="1" latinLnBrk="0" hangingPunct="1">
        <a:lnSpc>
          <a:spcPct val="90000"/>
        </a:lnSpc>
        <a:spcBef>
          <a:spcPts val="108"/>
        </a:spcBef>
        <a:buFont typeface="Arial" panose="020B0604020202020204" pitchFamily="34" charset="0"/>
        <a:buChar char="•"/>
        <a:defRPr sz="3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7968" rtl="0" eaLnBrk="1" latinLnBrk="0" hangingPunct="1">
        <a:defRPr sz="390" kern="1200">
          <a:solidFill>
            <a:schemeClr val="tx1"/>
          </a:solidFill>
          <a:latin typeface="+mn-lt"/>
          <a:ea typeface="+mn-ea"/>
          <a:cs typeface="+mn-cs"/>
        </a:defRPr>
      </a:lvl1pPr>
      <a:lvl2pPr marL="98984" algn="l" defTabSz="197968" rtl="0" eaLnBrk="1" latinLnBrk="0" hangingPunct="1">
        <a:defRPr sz="390" kern="1200">
          <a:solidFill>
            <a:schemeClr val="tx1"/>
          </a:solidFill>
          <a:latin typeface="+mn-lt"/>
          <a:ea typeface="+mn-ea"/>
          <a:cs typeface="+mn-cs"/>
        </a:defRPr>
      </a:lvl2pPr>
      <a:lvl3pPr marL="197968" algn="l" defTabSz="197968" rtl="0" eaLnBrk="1" latinLnBrk="0" hangingPunct="1">
        <a:defRPr sz="390" kern="1200">
          <a:solidFill>
            <a:schemeClr val="tx1"/>
          </a:solidFill>
          <a:latin typeface="+mn-lt"/>
          <a:ea typeface="+mn-ea"/>
          <a:cs typeface="+mn-cs"/>
        </a:defRPr>
      </a:lvl3pPr>
      <a:lvl4pPr marL="296951" algn="l" defTabSz="197968" rtl="0" eaLnBrk="1" latinLnBrk="0" hangingPunct="1">
        <a:defRPr sz="390" kern="1200">
          <a:solidFill>
            <a:schemeClr val="tx1"/>
          </a:solidFill>
          <a:latin typeface="+mn-lt"/>
          <a:ea typeface="+mn-ea"/>
          <a:cs typeface="+mn-cs"/>
        </a:defRPr>
      </a:lvl4pPr>
      <a:lvl5pPr marL="395935" algn="l" defTabSz="197968" rtl="0" eaLnBrk="1" latinLnBrk="0" hangingPunct="1">
        <a:defRPr sz="390" kern="1200">
          <a:solidFill>
            <a:schemeClr val="tx1"/>
          </a:solidFill>
          <a:latin typeface="+mn-lt"/>
          <a:ea typeface="+mn-ea"/>
          <a:cs typeface="+mn-cs"/>
        </a:defRPr>
      </a:lvl5pPr>
      <a:lvl6pPr marL="494919" algn="l" defTabSz="197968" rtl="0" eaLnBrk="1" latinLnBrk="0" hangingPunct="1">
        <a:defRPr sz="390" kern="1200">
          <a:solidFill>
            <a:schemeClr val="tx1"/>
          </a:solidFill>
          <a:latin typeface="+mn-lt"/>
          <a:ea typeface="+mn-ea"/>
          <a:cs typeface="+mn-cs"/>
        </a:defRPr>
      </a:lvl6pPr>
      <a:lvl7pPr marL="593903" algn="l" defTabSz="197968" rtl="0" eaLnBrk="1" latinLnBrk="0" hangingPunct="1">
        <a:defRPr sz="390" kern="1200">
          <a:solidFill>
            <a:schemeClr val="tx1"/>
          </a:solidFill>
          <a:latin typeface="+mn-lt"/>
          <a:ea typeface="+mn-ea"/>
          <a:cs typeface="+mn-cs"/>
        </a:defRPr>
      </a:lvl7pPr>
      <a:lvl8pPr marL="692887" algn="l" defTabSz="197968" rtl="0" eaLnBrk="1" latinLnBrk="0" hangingPunct="1">
        <a:defRPr sz="390" kern="1200">
          <a:solidFill>
            <a:schemeClr val="tx1"/>
          </a:solidFill>
          <a:latin typeface="+mn-lt"/>
          <a:ea typeface="+mn-ea"/>
          <a:cs typeface="+mn-cs"/>
        </a:defRPr>
      </a:lvl8pPr>
      <a:lvl9pPr marL="791870" algn="l" defTabSz="197968" rtl="0" eaLnBrk="1" latinLnBrk="0" hangingPunct="1">
        <a:defRPr sz="3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7A4BE496-4FB6-A02C-8FF9-A7594CE7303E}"/>
              </a:ext>
            </a:extLst>
          </p:cNvPr>
          <p:cNvGrpSpPr/>
          <p:nvPr/>
        </p:nvGrpSpPr>
        <p:grpSpPr>
          <a:xfrm>
            <a:off x="184973" y="-45813"/>
            <a:ext cx="1723017" cy="2682235"/>
            <a:chOff x="184973" y="-45813"/>
            <a:chExt cx="1723017" cy="2682235"/>
          </a:xfrm>
        </p:grpSpPr>
        <p:pic>
          <p:nvPicPr>
            <p:cNvPr id="80" name="图片 79">
              <a:extLst>
                <a:ext uri="{FF2B5EF4-FFF2-40B4-BE49-F238E27FC236}">
                  <a16:creationId xmlns:a16="http://schemas.microsoft.com/office/drawing/2014/main" id="{68706EE7-525C-6AD2-8190-BA1DAF97C7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240" t="1445" r="22513" b="5413"/>
            <a:stretch>
              <a:fillRect/>
            </a:stretch>
          </p:blipFill>
          <p:spPr>
            <a:xfrm>
              <a:off x="184973" y="-45813"/>
              <a:ext cx="1075893" cy="2682235"/>
            </a:xfrm>
            <a:prstGeom prst="rect">
              <a:avLst/>
            </a:prstGeom>
          </p:spPr>
        </p:pic>
        <p:sp>
          <p:nvSpPr>
            <p:cNvPr id="6" name="流程图: 磁盘 5">
              <a:extLst>
                <a:ext uri="{FF2B5EF4-FFF2-40B4-BE49-F238E27FC236}">
                  <a16:creationId xmlns:a16="http://schemas.microsoft.com/office/drawing/2014/main" id="{D4EA68F0-7F92-A268-62FF-6ABCAE4181F8}"/>
                </a:ext>
              </a:extLst>
            </p:cNvPr>
            <p:cNvSpPr/>
            <p:nvPr/>
          </p:nvSpPr>
          <p:spPr>
            <a:xfrm rot="11666260">
              <a:off x="366591" y="746506"/>
              <a:ext cx="47087" cy="102567"/>
            </a:xfrm>
            <a:prstGeom prst="flowChartMagneticDisk">
              <a:avLst/>
            </a:prstGeom>
            <a:solidFill>
              <a:srgbClr val="FF9600">
                <a:alpha val="20000"/>
              </a:srgb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73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7" name="流程图: 磁盘 6">
              <a:extLst>
                <a:ext uri="{FF2B5EF4-FFF2-40B4-BE49-F238E27FC236}">
                  <a16:creationId xmlns:a16="http://schemas.microsoft.com/office/drawing/2014/main" id="{CEC603AA-B351-F006-D5DF-B4C1B67C4BCD}"/>
                </a:ext>
              </a:extLst>
            </p:cNvPr>
            <p:cNvSpPr/>
            <p:nvPr/>
          </p:nvSpPr>
          <p:spPr>
            <a:xfrm rot="5400000">
              <a:off x="429698" y="520084"/>
              <a:ext cx="47087" cy="102567"/>
            </a:xfrm>
            <a:prstGeom prst="flowChartMagneticDisk">
              <a:avLst/>
            </a:prstGeom>
            <a:solidFill>
              <a:srgbClr val="FF9600">
                <a:alpha val="20000"/>
              </a:srgb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73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8" name="流程图: 磁盘 7">
              <a:extLst>
                <a:ext uri="{FF2B5EF4-FFF2-40B4-BE49-F238E27FC236}">
                  <a16:creationId xmlns:a16="http://schemas.microsoft.com/office/drawing/2014/main" id="{08B19251-DB35-B03C-F8E2-068F2AA3C6BE}"/>
                </a:ext>
              </a:extLst>
            </p:cNvPr>
            <p:cNvSpPr/>
            <p:nvPr/>
          </p:nvSpPr>
          <p:spPr>
            <a:xfrm rot="13982184">
              <a:off x="374564" y="538264"/>
              <a:ext cx="47087" cy="102567"/>
            </a:xfrm>
            <a:prstGeom prst="flowChartMagneticDisk">
              <a:avLst/>
            </a:prstGeom>
            <a:solidFill>
              <a:srgbClr val="FF9600">
                <a:alpha val="20000"/>
              </a:srgb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73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9" name="流程图: 磁盘 8">
              <a:extLst>
                <a:ext uri="{FF2B5EF4-FFF2-40B4-BE49-F238E27FC236}">
                  <a16:creationId xmlns:a16="http://schemas.microsoft.com/office/drawing/2014/main" id="{27F7F7C4-9EAB-EA76-52F0-EC9C4BFDC469}"/>
                </a:ext>
              </a:extLst>
            </p:cNvPr>
            <p:cNvSpPr/>
            <p:nvPr/>
          </p:nvSpPr>
          <p:spPr>
            <a:xfrm rot="16990025">
              <a:off x="335467" y="898964"/>
              <a:ext cx="47087" cy="102567"/>
            </a:xfrm>
            <a:prstGeom prst="flowChartMagneticDisk">
              <a:avLst/>
            </a:prstGeom>
            <a:solidFill>
              <a:srgbClr val="FF9600">
                <a:alpha val="20000"/>
              </a:srgb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73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1" name="流程图: 磁盘 10">
              <a:extLst>
                <a:ext uri="{FF2B5EF4-FFF2-40B4-BE49-F238E27FC236}">
                  <a16:creationId xmlns:a16="http://schemas.microsoft.com/office/drawing/2014/main" id="{244F6CB5-ECE8-4EFF-D132-47D448C5B159}"/>
                </a:ext>
              </a:extLst>
            </p:cNvPr>
            <p:cNvSpPr/>
            <p:nvPr/>
          </p:nvSpPr>
          <p:spPr>
            <a:xfrm rot="11611929">
              <a:off x="329341" y="1004101"/>
              <a:ext cx="45719" cy="102567"/>
            </a:xfrm>
            <a:prstGeom prst="flowChartMagneticDisk">
              <a:avLst/>
            </a:prstGeom>
            <a:solidFill>
              <a:srgbClr val="FF9600">
                <a:alpha val="20000"/>
              </a:srgb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73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5" name="流程图: 磁盘 14">
              <a:extLst>
                <a:ext uri="{FF2B5EF4-FFF2-40B4-BE49-F238E27FC236}">
                  <a16:creationId xmlns:a16="http://schemas.microsoft.com/office/drawing/2014/main" id="{CD788873-14A7-8A70-7CB7-9A7C9552BE3C}"/>
                </a:ext>
              </a:extLst>
            </p:cNvPr>
            <p:cNvSpPr/>
            <p:nvPr/>
          </p:nvSpPr>
          <p:spPr>
            <a:xfrm>
              <a:off x="1406284" y="138396"/>
              <a:ext cx="68134" cy="143296"/>
            </a:xfrm>
            <a:prstGeom prst="flowChartMagneticDisk">
              <a:avLst/>
            </a:prstGeom>
            <a:solidFill>
              <a:srgbClr val="FF9600">
                <a:alpha val="20000"/>
              </a:srgb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73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6" name="流程图: 磁盘 15">
              <a:extLst>
                <a:ext uri="{FF2B5EF4-FFF2-40B4-BE49-F238E27FC236}">
                  <a16:creationId xmlns:a16="http://schemas.microsoft.com/office/drawing/2014/main" id="{1B6678C4-ADA4-791C-29A1-7ED6335E944E}"/>
                </a:ext>
              </a:extLst>
            </p:cNvPr>
            <p:cNvSpPr/>
            <p:nvPr/>
          </p:nvSpPr>
          <p:spPr>
            <a:xfrm rot="14090796">
              <a:off x="1342368" y="242618"/>
              <a:ext cx="68134" cy="143296"/>
            </a:xfrm>
            <a:prstGeom prst="flowChartMagneticDisk">
              <a:avLst/>
            </a:prstGeom>
            <a:solidFill>
              <a:srgbClr val="FF9600">
                <a:alpha val="20000"/>
              </a:srgb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73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7" name="流程图: 磁盘 16">
              <a:extLst>
                <a:ext uri="{FF2B5EF4-FFF2-40B4-BE49-F238E27FC236}">
                  <a16:creationId xmlns:a16="http://schemas.microsoft.com/office/drawing/2014/main" id="{0A6E87DB-106A-3D6C-AD3B-92E15330F5DC}"/>
                </a:ext>
              </a:extLst>
            </p:cNvPr>
            <p:cNvSpPr/>
            <p:nvPr/>
          </p:nvSpPr>
          <p:spPr>
            <a:xfrm rot="5658942">
              <a:off x="1480293" y="212295"/>
              <a:ext cx="68134" cy="143296"/>
            </a:xfrm>
            <a:prstGeom prst="flowChartMagneticDisk">
              <a:avLst/>
            </a:prstGeom>
            <a:solidFill>
              <a:srgbClr val="FF9600">
                <a:alpha val="20000"/>
              </a:srgb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73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8" name="流程图: 磁盘 17">
              <a:extLst>
                <a:ext uri="{FF2B5EF4-FFF2-40B4-BE49-F238E27FC236}">
                  <a16:creationId xmlns:a16="http://schemas.microsoft.com/office/drawing/2014/main" id="{D154EA3D-9874-4FDA-F497-FFB5548E4CF8}"/>
                </a:ext>
              </a:extLst>
            </p:cNvPr>
            <p:cNvSpPr/>
            <p:nvPr/>
          </p:nvSpPr>
          <p:spPr>
            <a:xfrm rot="15512747">
              <a:off x="1015734" y="912880"/>
              <a:ext cx="47087" cy="102567"/>
            </a:xfrm>
            <a:prstGeom prst="flowChartMagneticDisk">
              <a:avLst/>
            </a:prstGeom>
            <a:solidFill>
              <a:srgbClr val="FF9600">
                <a:alpha val="20000"/>
              </a:srgb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73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98D28624-E699-3A92-529D-9C93146E9C48}"/>
                </a:ext>
              </a:extLst>
            </p:cNvPr>
            <p:cNvGrpSpPr/>
            <p:nvPr/>
          </p:nvGrpSpPr>
          <p:grpSpPr>
            <a:xfrm>
              <a:off x="1390945" y="54256"/>
              <a:ext cx="98812" cy="68342"/>
              <a:chOff x="5319642" y="559930"/>
              <a:chExt cx="98812" cy="68342"/>
            </a:xfrm>
          </p:grpSpPr>
          <p:sp>
            <p:nvSpPr>
              <p:cNvPr id="54" name="弧形 53">
                <a:extLst>
                  <a:ext uri="{FF2B5EF4-FFF2-40B4-BE49-F238E27FC236}">
                    <a16:creationId xmlns:a16="http://schemas.microsoft.com/office/drawing/2014/main" id="{DDEC60B7-4280-FD00-DF0B-904ABF4E4487}"/>
                  </a:ext>
                </a:extLst>
              </p:cNvPr>
              <p:cNvSpPr/>
              <p:nvPr/>
            </p:nvSpPr>
            <p:spPr>
              <a:xfrm>
                <a:off x="5319642" y="576640"/>
                <a:ext cx="98812" cy="51632"/>
              </a:xfrm>
              <a:prstGeom prst="arc">
                <a:avLst>
                  <a:gd name="adj1" fmla="val 20127883"/>
                  <a:gd name="adj2" fmla="val 13420965"/>
                </a:avLst>
              </a:prstGeom>
              <a:ln w="6350">
                <a:head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流程图: 合并 54">
                <a:extLst>
                  <a:ext uri="{FF2B5EF4-FFF2-40B4-BE49-F238E27FC236}">
                    <a16:creationId xmlns:a16="http://schemas.microsoft.com/office/drawing/2014/main" id="{5D827ACE-ED6A-ACFE-D269-9E843B21DCB3}"/>
                  </a:ext>
                </a:extLst>
              </p:cNvPr>
              <p:cNvSpPr/>
              <p:nvPr/>
            </p:nvSpPr>
            <p:spPr>
              <a:xfrm rot="5400000">
                <a:off x="5360468" y="559771"/>
                <a:ext cx="45719" cy="46038"/>
              </a:xfrm>
              <a:prstGeom prst="flowChartMerge">
                <a:avLst/>
              </a:prstGeom>
              <a:ln w="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C652D9C6-224C-C1A8-EED4-8AC81772A725}"/>
                </a:ext>
              </a:extLst>
            </p:cNvPr>
            <p:cNvGrpSpPr/>
            <p:nvPr/>
          </p:nvGrpSpPr>
          <p:grpSpPr>
            <a:xfrm>
              <a:off x="1593670" y="254246"/>
              <a:ext cx="72733" cy="79257"/>
              <a:chOff x="5522367" y="759920"/>
              <a:chExt cx="72733" cy="79257"/>
            </a:xfrm>
          </p:grpSpPr>
          <p:sp>
            <p:nvSpPr>
              <p:cNvPr id="52" name="弧形 51">
                <a:extLst>
                  <a:ext uri="{FF2B5EF4-FFF2-40B4-BE49-F238E27FC236}">
                    <a16:creationId xmlns:a16="http://schemas.microsoft.com/office/drawing/2014/main" id="{3D40E114-C364-9245-90FF-F5D7BEA5A724}"/>
                  </a:ext>
                </a:extLst>
              </p:cNvPr>
              <p:cNvSpPr/>
              <p:nvPr/>
            </p:nvSpPr>
            <p:spPr>
              <a:xfrm>
                <a:off x="5549381" y="759920"/>
                <a:ext cx="45719" cy="79257"/>
              </a:xfrm>
              <a:prstGeom prst="arc">
                <a:avLst>
                  <a:gd name="adj1" fmla="val 13003027"/>
                  <a:gd name="adj2" fmla="val 5195302"/>
                </a:avLst>
              </a:prstGeom>
              <a:ln>
                <a:solidFill>
                  <a:schemeClr val="accent6"/>
                </a:solidFill>
                <a:head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流程图: 合并 52">
                <a:extLst>
                  <a:ext uri="{FF2B5EF4-FFF2-40B4-BE49-F238E27FC236}">
                    <a16:creationId xmlns:a16="http://schemas.microsoft.com/office/drawing/2014/main" id="{647694B0-5595-BDC0-0E7C-985D8CC0D493}"/>
                  </a:ext>
                </a:extLst>
              </p:cNvPr>
              <p:cNvSpPr/>
              <p:nvPr/>
            </p:nvSpPr>
            <p:spPr>
              <a:xfrm rot="1260946">
                <a:off x="5522367" y="779034"/>
                <a:ext cx="45719" cy="46038"/>
              </a:xfrm>
              <a:prstGeom prst="flowChartMerge">
                <a:avLst/>
              </a:prstGeom>
              <a:solidFill>
                <a:schemeClr val="accent6"/>
              </a:solidFill>
              <a:ln w="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35CFD463-500C-2EC7-D96E-EA7DDCA832DC}"/>
                </a:ext>
              </a:extLst>
            </p:cNvPr>
            <p:cNvGrpSpPr/>
            <p:nvPr/>
          </p:nvGrpSpPr>
          <p:grpSpPr>
            <a:xfrm>
              <a:off x="1239504" y="315456"/>
              <a:ext cx="57953" cy="98198"/>
              <a:chOff x="5168201" y="821130"/>
              <a:chExt cx="57953" cy="98198"/>
            </a:xfrm>
          </p:grpSpPr>
          <p:sp>
            <p:nvSpPr>
              <p:cNvPr id="50" name="弧形 49">
                <a:extLst>
                  <a:ext uri="{FF2B5EF4-FFF2-40B4-BE49-F238E27FC236}">
                    <a16:creationId xmlns:a16="http://schemas.microsoft.com/office/drawing/2014/main" id="{7BB9D140-B7A0-99CF-4F90-795A0204B464}"/>
                  </a:ext>
                </a:extLst>
              </p:cNvPr>
              <p:cNvSpPr/>
              <p:nvPr/>
            </p:nvSpPr>
            <p:spPr>
              <a:xfrm rot="8286116">
                <a:off x="5168201" y="837924"/>
                <a:ext cx="57953" cy="81404"/>
              </a:xfrm>
              <a:prstGeom prst="arc">
                <a:avLst>
                  <a:gd name="adj1" fmla="val 9301782"/>
                  <a:gd name="adj2" fmla="val 21521880"/>
                </a:avLst>
              </a:prstGeom>
              <a:ln>
                <a:solidFill>
                  <a:srgbClr val="FF0000"/>
                </a:solidFill>
                <a:headEnd type="none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流程图: 合并 50">
                <a:extLst>
                  <a:ext uri="{FF2B5EF4-FFF2-40B4-BE49-F238E27FC236}">
                    <a16:creationId xmlns:a16="http://schemas.microsoft.com/office/drawing/2014/main" id="{ED41342F-F2B1-4B2D-E721-F8A5CE39AAF6}"/>
                  </a:ext>
                </a:extLst>
              </p:cNvPr>
              <p:cNvSpPr/>
              <p:nvPr/>
            </p:nvSpPr>
            <p:spPr>
              <a:xfrm rot="8480037">
                <a:off x="5178854" y="821130"/>
                <a:ext cx="45719" cy="46038"/>
              </a:xfrm>
              <a:prstGeom prst="flowChartMerge">
                <a:avLst/>
              </a:prstGeom>
              <a:solidFill>
                <a:srgbClr val="FF0000"/>
              </a:solidFill>
              <a:ln w="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A2C6496D-9A25-0B59-EC3F-16343644B1F3}"/>
                </a:ext>
              </a:extLst>
            </p:cNvPr>
            <p:cNvCxnSpPr>
              <a:cxnSpLocks/>
            </p:cNvCxnSpPr>
            <p:nvPr/>
          </p:nvCxnSpPr>
          <p:spPr>
            <a:xfrm rot="8503" flipV="1">
              <a:off x="940176" y="942282"/>
              <a:ext cx="198673" cy="46260"/>
            </a:xfrm>
            <a:prstGeom prst="line">
              <a:avLst/>
            </a:prstGeom>
            <a:ln w="1270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BAB33B06-21F9-C113-505E-CCB540EF73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7999" y="528090"/>
              <a:ext cx="168989" cy="124529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0F07C905-3A16-33FD-5830-2B0E2AA6DD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4548" y="569163"/>
              <a:ext cx="197385" cy="0"/>
            </a:xfrm>
            <a:prstGeom prst="line">
              <a:avLst/>
            </a:prstGeom>
            <a:ln w="1270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F7AFCBAD-6416-AEC9-C627-0881F7CABB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0341" y="725353"/>
              <a:ext cx="41294" cy="154609"/>
            </a:xfrm>
            <a:prstGeom prst="line">
              <a:avLst/>
            </a:prstGeom>
            <a:ln w="12700"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11E62385-30E4-8866-744A-537F9353CA8F}"/>
                </a:ext>
              </a:extLst>
            </p:cNvPr>
            <p:cNvCxnSpPr>
              <a:cxnSpLocks/>
            </p:cNvCxnSpPr>
            <p:nvPr/>
          </p:nvCxnSpPr>
          <p:spPr>
            <a:xfrm>
              <a:off x="260081" y="923855"/>
              <a:ext cx="196263" cy="44047"/>
            </a:xfrm>
            <a:prstGeom prst="line">
              <a:avLst/>
            </a:prstGeom>
            <a:ln w="1270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20A9A993-5EF7-DCC3-6512-0EB529B64F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4520" y="1000175"/>
              <a:ext cx="49888" cy="160518"/>
            </a:xfrm>
            <a:prstGeom prst="line">
              <a:avLst/>
            </a:prstGeom>
            <a:ln w="12700"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54E379FC-6956-C229-832F-EA007FCAB1BF}"/>
                </a:ext>
              </a:extLst>
            </p:cNvPr>
            <p:cNvSpPr txBox="1"/>
            <p:nvPr/>
          </p:nvSpPr>
          <p:spPr>
            <a:xfrm>
              <a:off x="1202643" y="383373"/>
              <a:ext cx="329660" cy="1919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Roll</a:t>
              </a:r>
              <a:endParaRPr lang="zh-CN" altLang="en-US" sz="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0A152B5B-50F3-F111-CAC2-DED554564B62}"/>
                </a:ext>
              </a:extLst>
            </p:cNvPr>
            <p:cNvSpPr txBox="1"/>
            <p:nvPr/>
          </p:nvSpPr>
          <p:spPr>
            <a:xfrm>
              <a:off x="1488698" y="293874"/>
              <a:ext cx="35305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" dirty="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Pitch</a:t>
              </a:r>
              <a:endParaRPr lang="zh-CN" altLang="en-US" sz="6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050FBE39-65A2-B14D-C4D3-13A1E130F5DE}"/>
                </a:ext>
              </a:extLst>
            </p:cNvPr>
            <p:cNvSpPr txBox="1"/>
            <p:nvPr/>
          </p:nvSpPr>
          <p:spPr>
            <a:xfrm>
              <a:off x="1132872" y="52612"/>
              <a:ext cx="344751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Yaw</a:t>
              </a:r>
              <a:endParaRPr lang="zh-CN" altLang="en-US" sz="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9" name="直接箭头连接符 38">
              <a:extLst>
                <a:ext uri="{FF2B5EF4-FFF2-40B4-BE49-F238E27FC236}">
                  <a16:creationId xmlns:a16="http://schemas.microsoft.com/office/drawing/2014/main" id="{16C836E1-8F40-5A0F-3994-B6E643A26982}"/>
                </a:ext>
              </a:extLst>
            </p:cNvPr>
            <p:cNvCxnSpPr>
              <a:cxnSpLocks/>
            </p:cNvCxnSpPr>
            <p:nvPr/>
          </p:nvCxnSpPr>
          <p:spPr>
            <a:xfrm>
              <a:off x="1438333" y="871765"/>
              <a:ext cx="195064" cy="0"/>
            </a:xfrm>
            <a:prstGeom prst="straightConnector1">
              <a:avLst/>
            </a:prstGeom>
            <a:ln w="12700">
              <a:solidFill>
                <a:schemeClr val="accent6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4C3344CB-AD31-5A6B-9515-942CF05E7A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35271" y="873424"/>
              <a:ext cx="102917" cy="120403"/>
            </a:xfrm>
            <a:prstGeom prst="straightConnector1">
              <a:avLst/>
            </a:prstGeom>
            <a:ln w="12700">
              <a:solidFill>
                <a:srgbClr val="FF0000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BCA1A571-B05A-1A1A-0C6B-8C933994D0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35553" y="665302"/>
              <a:ext cx="2780" cy="206463"/>
            </a:xfrm>
            <a:prstGeom prst="straightConnector1">
              <a:avLst/>
            </a:prstGeom>
            <a:ln w="12700">
              <a:solidFill>
                <a:schemeClr val="accent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76AA8296-E3D6-D16A-9E6A-60585C05F531}"/>
                </a:ext>
              </a:extLst>
            </p:cNvPr>
            <p:cNvSpPr txBox="1"/>
            <p:nvPr/>
          </p:nvSpPr>
          <p:spPr>
            <a:xfrm>
              <a:off x="1198761" y="473850"/>
              <a:ext cx="70178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Joint rotation</a:t>
              </a:r>
              <a:endParaRPr lang="zh-CN" altLang="en-US" sz="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6D92DB36-21DB-9065-4AF1-8CB2A6704AD7}"/>
                </a:ext>
              </a:extLst>
            </p:cNvPr>
            <p:cNvSpPr txBox="1"/>
            <p:nvPr/>
          </p:nvSpPr>
          <p:spPr>
            <a:xfrm>
              <a:off x="1548565" y="767082"/>
              <a:ext cx="35305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" dirty="0">
                  <a:solidFill>
                    <a:schemeClr val="accent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endParaRPr lang="zh-CN" altLang="en-US" sz="600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412FA4D9-E8FB-A645-A6FA-DFE4BB4D6237}"/>
                </a:ext>
              </a:extLst>
            </p:cNvPr>
            <p:cNvSpPr txBox="1"/>
            <p:nvPr/>
          </p:nvSpPr>
          <p:spPr>
            <a:xfrm>
              <a:off x="1304683" y="907295"/>
              <a:ext cx="35305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zh-CN" altLang="en-US" sz="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878A21E0-8C60-D3CC-A11A-4EEC561F0C3C}"/>
                </a:ext>
              </a:extLst>
            </p:cNvPr>
            <p:cNvSpPr txBox="1"/>
            <p:nvPr/>
          </p:nvSpPr>
          <p:spPr>
            <a:xfrm>
              <a:off x="1380569" y="568266"/>
              <a:ext cx="35305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endParaRPr lang="zh-CN" altLang="en-US" sz="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2D9FA1D-B02A-0CDC-9644-DAF4B1E229FC}"/>
                </a:ext>
              </a:extLst>
            </p:cNvPr>
            <p:cNvSpPr txBox="1"/>
            <p:nvPr/>
          </p:nvSpPr>
          <p:spPr>
            <a:xfrm>
              <a:off x="1206205" y="1004749"/>
              <a:ext cx="701785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Link frame</a:t>
              </a:r>
              <a:endParaRPr lang="zh-CN" altLang="en-US" sz="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08FB1EAE-524C-DFC2-110E-EA9A6835CF31}"/>
                </a:ext>
              </a:extLst>
            </p:cNvPr>
            <p:cNvCxnSpPr>
              <a:cxnSpLocks/>
            </p:cNvCxnSpPr>
            <p:nvPr/>
          </p:nvCxnSpPr>
          <p:spPr>
            <a:xfrm>
              <a:off x="700574" y="1130454"/>
              <a:ext cx="195064" cy="0"/>
            </a:xfrm>
            <a:prstGeom prst="straightConnector1">
              <a:avLst/>
            </a:prstGeom>
            <a:ln w="12700">
              <a:solidFill>
                <a:schemeClr val="accent6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7E53AE2E-8EBD-1698-EAE9-6F3F44479B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7512" y="1132113"/>
              <a:ext cx="102917" cy="120403"/>
            </a:xfrm>
            <a:prstGeom prst="straightConnector1">
              <a:avLst/>
            </a:prstGeom>
            <a:ln w="12700">
              <a:solidFill>
                <a:srgbClr val="FF0000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64CCBA38-9570-02D7-C69D-281E2F52287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7794" y="923991"/>
              <a:ext cx="2780" cy="206463"/>
            </a:xfrm>
            <a:prstGeom prst="straightConnector1">
              <a:avLst/>
            </a:prstGeom>
            <a:ln w="12700">
              <a:solidFill>
                <a:schemeClr val="accent1"/>
              </a:solidFill>
              <a:headEnd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流程图: 磁盘 55">
              <a:extLst>
                <a:ext uri="{FF2B5EF4-FFF2-40B4-BE49-F238E27FC236}">
                  <a16:creationId xmlns:a16="http://schemas.microsoft.com/office/drawing/2014/main" id="{DFD6E797-A85B-EA5C-FAFF-480711EA48B5}"/>
                </a:ext>
              </a:extLst>
            </p:cNvPr>
            <p:cNvSpPr/>
            <p:nvPr/>
          </p:nvSpPr>
          <p:spPr>
            <a:xfrm>
              <a:off x="667511" y="1161792"/>
              <a:ext cx="68134" cy="143296"/>
            </a:xfrm>
            <a:prstGeom prst="flowChartMagneticDisk">
              <a:avLst/>
            </a:prstGeom>
            <a:solidFill>
              <a:srgbClr val="FF9600">
                <a:alpha val="20000"/>
              </a:srgb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73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65" name="流程图: 磁盘 64">
              <a:extLst>
                <a:ext uri="{FF2B5EF4-FFF2-40B4-BE49-F238E27FC236}">
                  <a16:creationId xmlns:a16="http://schemas.microsoft.com/office/drawing/2014/main" id="{C7CB4CD9-1C69-1FAF-8B91-6A7019BF2ACC}"/>
                </a:ext>
              </a:extLst>
            </p:cNvPr>
            <p:cNvSpPr/>
            <p:nvPr/>
          </p:nvSpPr>
          <p:spPr>
            <a:xfrm rot="14090796">
              <a:off x="481569" y="1142934"/>
              <a:ext cx="68134" cy="143296"/>
            </a:xfrm>
            <a:prstGeom prst="flowChartMagneticDisk">
              <a:avLst/>
            </a:prstGeom>
            <a:solidFill>
              <a:srgbClr val="FF9600">
                <a:alpha val="20000"/>
              </a:srgb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73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2" name="直接连接符 1">
              <a:extLst>
                <a:ext uri="{FF2B5EF4-FFF2-40B4-BE49-F238E27FC236}">
                  <a16:creationId xmlns:a16="http://schemas.microsoft.com/office/drawing/2014/main" id="{7383CF26-AE3A-3EBE-7D1F-F23C61D3A9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1578" y="1133287"/>
              <a:ext cx="0" cy="200306"/>
            </a:xfrm>
            <a:prstGeom prst="line">
              <a:avLst/>
            </a:prstGeom>
            <a:ln w="12700"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圆柱体 67">
              <a:extLst>
                <a:ext uri="{FF2B5EF4-FFF2-40B4-BE49-F238E27FC236}">
                  <a16:creationId xmlns:a16="http://schemas.microsoft.com/office/drawing/2014/main" id="{ADFCE3DA-D78B-B06D-7F6F-9DA0B96960CC}"/>
                </a:ext>
              </a:extLst>
            </p:cNvPr>
            <p:cNvSpPr/>
            <p:nvPr/>
          </p:nvSpPr>
          <p:spPr>
            <a:xfrm rot="5400000">
              <a:off x="835710" y="1852100"/>
              <a:ext cx="66743" cy="138476"/>
            </a:xfrm>
            <a:prstGeom prst="can">
              <a:avLst/>
            </a:prstGeom>
            <a:solidFill>
              <a:srgbClr val="FF9600">
                <a:alpha val="2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CCB798"/>
                </a:solidFill>
              </a:endParaRPr>
            </a:p>
          </p:txBody>
        </p:sp>
        <p:sp>
          <p:nvSpPr>
            <p:cNvPr id="70" name="流程图: 磁盘 69">
              <a:extLst>
                <a:ext uri="{FF2B5EF4-FFF2-40B4-BE49-F238E27FC236}">
                  <a16:creationId xmlns:a16="http://schemas.microsoft.com/office/drawing/2014/main" id="{140D6355-33E6-22B1-E3AB-10F0F717DBCE}"/>
                </a:ext>
              </a:extLst>
            </p:cNvPr>
            <p:cNvSpPr/>
            <p:nvPr/>
          </p:nvSpPr>
          <p:spPr>
            <a:xfrm rot="14090796">
              <a:off x="820603" y="1160555"/>
              <a:ext cx="68134" cy="143296"/>
            </a:xfrm>
            <a:prstGeom prst="flowChartMagneticDisk">
              <a:avLst/>
            </a:prstGeom>
            <a:solidFill>
              <a:srgbClr val="FF9600">
                <a:alpha val="20000"/>
              </a:srgb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73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71" name="圆柱体 70">
              <a:extLst>
                <a:ext uri="{FF2B5EF4-FFF2-40B4-BE49-F238E27FC236}">
                  <a16:creationId xmlns:a16="http://schemas.microsoft.com/office/drawing/2014/main" id="{89A4F4F5-45C4-C8F8-642D-B873CABF9E46}"/>
                </a:ext>
              </a:extLst>
            </p:cNvPr>
            <p:cNvSpPr/>
            <p:nvPr/>
          </p:nvSpPr>
          <p:spPr>
            <a:xfrm rot="5400000">
              <a:off x="835709" y="1315800"/>
              <a:ext cx="66743" cy="138476"/>
            </a:xfrm>
            <a:prstGeom prst="can">
              <a:avLst/>
            </a:prstGeom>
            <a:solidFill>
              <a:srgbClr val="FF9600">
                <a:alpha val="2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CCB798"/>
                </a:solidFill>
              </a:endParaRPr>
            </a:p>
          </p:txBody>
        </p:sp>
        <p:sp>
          <p:nvSpPr>
            <p:cNvPr id="72" name="圆柱体 71">
              <a:extLst>
                <a:ext uri="{FF2B5EF4-FFF2-40B4-BE49-F238E27FC236}">
                  <a16:creationId xmlns:a16="http://schemas.microsoft.com/office/drawing/2014/main" id="{60332C1F-2CA7-84E9-AA43-E06C4C1AFA80}"/>
                </a:ext>
              </a:extLst>
            </p:cNvPr>
            <p:cNvSpPr/>
            <p:nvPr/>
          </p:nvSpPr>
          <p:spPr>
            <a:xfrm rot="5400000">
              <a:off x="836855" y="2379134"/>
              <a:ext cx="66743" cy="138476"/>
            </a:xfrm>
            <a:prstGeom prst="can">
              <a:avLst/>
            </a:prstGeom>
            <a:solidFill>
              <a:srgbClr val="FF9600">
                <a:alpha val="2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CCB798"/>
                </a:solidFill>
              </a:endParaRPr>
            </a:p>
          </p:txBody>
        </p:sp>
        <p:sp>
          <p:nvSpPr>
            <p:cNvPr id="73" name="圆柱体 72">
              <a:extLst>
                <a:ext uri="{FF2B5EF4-FFF2-40B4-BE49-F238E27FC236}">
                  <a16:creationId xmlns:a16="http://schemas.microsoft.com/office/drawing/2014/main" id="{7744A17D-32BD-74A5-B1F6-06EEA29AE034}"/>
                </a:ext>
              </a:extLst>
            </p:cNvPr>
            <p:cNvSpPr/>
            <p:nvPr/>
          </p:nvSpPr>
          <p:spPr>
            <a:xfrm rot="5400000">
              <a:off x="491222" y="1324242"/>
              <a:ext cx="66743" cy="138476"/>
            </a:xfrm>
            <a:prstGeom prst="can">
              <a:avLst/>
            </a:prstGeom>
            <a:solidFill>
              <a:srgbClr val="FF9600">
                <a:alpha val="2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CCB798"/>
                </a:solidFill>
              </a:endParaRPr>
            </a:p>
          </p:txBody>
        </p:sp>
        <p:sp>
          <p:nvSpPr>
            <p:cNvPr id="74" name="圆柱体 73">
              <a:extLst>
                <a:ext uri="{FF2B5EF4-FFF2-40B4-BE49-F238E27FC236}">
                  <a16:creationId xmlns:a16="http://schemas.microsoft.com/office/drawing/2014/main" id="{0E6280EF-925B-511F-787A-61AEA5E7756E}"/>
                </a:ext>
              </a:extLst>
            </p:cNvPr>
            <p:cNvSpPr/>
            <p:nvPr/>
          </p:nvSpPr>
          <p:spPr>
            <a:xfrm rot="5400000">
              <a:off x="484814" y="1852099"/>
              <a:ext cx="66743" cy="138476"/>
            </a:xfrm>
            <a:prstGeom prst="can">
              <a:avLst/>
            </a:prstGeom>
            <a:solidFill>
              <a:srgbClr val="FF9600">
                <a:alpha val="2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CCB798"/>
                </a:solidFill>
              </a:endParaRPr>
            </a:p>
          </p:txBody>
        </p:sp>
        <p:sp>
          <p:nvSpPr>
            <p:cNvPr id="75" name="圆柱体 74">
              <a:extLst>
                <a:ext uri="{FF2B5EF4-FFF2-40B4-BE49-F238E27FC236}">
                  <a16:creationId xmlns:a16="http://schemas.microsoft.com/office/drawing/2014/main" id="{C85D8F1F-32EF-F8CF-124D-5A06A77D5D18}"/>
                </a:ext>
              </a:extLst>
            </p:cNvPr>
            <p:cNvSpPr/>
            <p:nvPr/>
          </p:nvSpPr>
          <p:spPr>
            <a:xfrm rot="5400000">
              <a:off x="498765" y="2383026"/>
              <a:ext cx="66743" cy="138476"/>
            </a:xfrm>
            <a:prstGeom prst="can">
              <a:avLst/>
            </a:prstGeom>
            <a:solidFill>
              <a:srgbClr val="FF9600">
                <a:alpha val="20000"/>
              </a:srgb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CCB798"/>
                </a:solidFill>
              </a:endParaRPr>
            </a:p>
          </p:txBody>
        </p: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CB007E7F-B6F3-31BE-E3CD-EBADF461011E}"/>
                </a:ext>
              </a:extLst>
            </p:cNvPr>
            <p:cNvCxnSpPr>
              <a:cxnSpLocks/>
            </p:cNvCxnSpPr>
            <p:nvPr/>
          </p:nvCxnSpPr>
          <p:spPr>
            <a:xfrm>
              <a:off x="765793" y="1385038"/>
              <a:ext cx="201389" cy="0"/>
            </a:xfrm>
            <a:prstGeom prst="line">
              <a:avLst/>
            </a:prstGeom>
            <a:ln w="1270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67963F82-2272-796C-F731-57DB943D0844}"/>
                </a:ext>
              </a:extLst>
            </p:cNvPr>
            <p:cNvCxnSpPr>
              <a:cxnSpLocks/>
            </p:cNvCxnSpPr>
            <p:nvPr/>
          </p:nvCxnSpPr>
          <p:spPr>
            <a:xfrm>
              <a:off x="765793" y="1919289"/>
              <a:ext cx="201389" cy="0"/>
            </a:xfrm>
            <a:prstGeom prst="line">
              <a:avLst/>
            </a:prstGeom>
            <a:ln w="1270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F37191DC-64BD-33F6-3AE3-5447C388CD0D}"/>
                </a:ext>
              </a:extLst>
            </p:cNvPr>
            <p:cNvCxnSpPr>
              <a:cxnSpLocks/>
            </p:cNvCxnSpPr>
            <p:nvPr/>
          </p:nvCxnSpPr>
          <p:spPr>
            <a:xfrm>
              <a:off x="769529" y="2448372"/>
              <a:ext cx="201389" cy="0"/>
            </a:xfrm>
            <a:prstGeom prst="line">
              <a:avLst/>
            </a:prstGeom>
            <a:ln w="1270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C6DFB8A8-7F5B-B5A7-D1B7-13A99F455601}"/>
                </a:ext>
              </a:extLst>
            </p:cNvPr>
            <p:cNvCxnSpPr>
              <a:cxnSpLocks/>
            </p:cNvCxnSpPr>
            <p:nvPr/>
          </p:nvCxnSpPr>
          <p:spPr>
            <a:xfrm>
              <a:off x="417490" y="1920925"/>
              <a:ext cx="201389" cy="0"/>
            </a:xfrm>
            <a:prstGeom prst="line">
              <a:avLst/>
            </a:prstGeom>
            <a:ln w="1270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3157E1A1-A0A1-BDEF-A383-32D75C9728C3}"/>
                </a:ext>
              </a:extLst>
            </p:cNvPr>
            <p:cNvCxnSpPr>
              <a:cxnSpLocks/>
            </p:cNvCxnSpPr>
            <p:nvPr/>
          </p:nvCxnSpPr>
          <p:spPr>
            <a:xfrm>
              <a:off x="431440" y="2448372"/>
              <a:ext cx="201389" cy="0"/>
            </a:xfrm>
            <a:prstGeom prst="line">
              <a:avLst/>
            </a:prstGeom>
            <a:ln w="1270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90E4F960-6C74-800B-88D7-43ED67C39A7B}"/>
                </a:ext>
              </a:extLst>
            </p:cNvPr>
            <p:cNvCxnSpPr>
              <a:cxnSpLocks/>
            </p:cNvCxnSpPr>
            <p:nvPr/>
          </p:nvCxnSpPr>
          <p:spPr>
            <a:xfrm>
              <a:off x="406179" y="1393479"/>
              <a:ext cx="201389" cy="0"/>
            </a:xfrm>
            <a:prstGeom prst="line">
              <a:avLst/>
            </a:prstGeom>
            <a:ln w="1270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367E4AA5-0C05-96E7-C5C3-4AC901A9E2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9460" y="1153502"/>
              <a:ext cx="168989" cy="124529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C818E46C-67ED-32F3-081B-3B41B5427A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9331" y="1170836"/>
              <a:ext cx="168989" cy="124529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流程图: 磁盘 93">
              <a:extLst>
                <a:ext uri="{FF2B5EF4-FFF2-40B4-BE49-F238E27FC236}">
                  <a16:creationId xmlns:a16="http://schemas.microsoft.com/office/drawing/2014/main" id="{D2BC5269-EAE8-8720-0F16-5B1EF4BBB1EE}"/>
                </a:ext>
              </a:extLst>
            </p:cNvPr>
            <p:cNvSpPr/>
            <p:nvPr/>
          </p:nvSpPr>
          <p:spPr>
            <a:xfrm rot="9933740" flipH="1">
              <a:off x="988824" y="746506"/>
              <a:ext cx="47087" cy="102567"/>
            </a:xfrm>
            <a:prstGeom prst="flowChartMagneticDisk">
              <a:avLst/>
            </a:prstGeom>
            <a:solidFill>
              <a:srgbClr val="FF9600">
                <a:alpha val="20000"/>
              </a:srgb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73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27760642-1F84-4489-C1D0-10D99F606234}"/>
                </a:ext>
              </a:extLst>
            </p:cNvPr>
            <p:cNvCxnSpPr>
              <a:cxnSpLocks/>
            </p:cNvCxnSpPr>
            <p:nvPr/>
          </p:nvCxnSpPr>
          <p:spPr>
            <a:xfrm>
              <a:off x="992574" y="725353"/>
              <a:ext cx="41294" cy="154609"/>
            </a:xfrm>
            <a:prstGeom prst="line">
              <a:avLst/>
            </a:prstGeom>
            <a:ln w="12700"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流程图: 磁盘 95">
              <a:extLst>
                <a:ext uri="{FF2B5EF4-FFF2-40B4-BE49-F238E27FC236}">
                  <a16:creationId xmlns:a16="http://schemas.microsoft.com/office/drawing/2014/main" id="{BE28B112-D26C-AFFA-AA57-B90FA51D3464}"/>
                </a:ext>
              </a:extLst>
            </p:cNvPr>
            <p:cNvSpPr/>
            <p:nvPr/>
          </p:nvSpPr>
          <p:spPr>
            <a:xfrm rot="9933740" flipH="1">
              <a:off x="1045910" y="1020046"/>
              <a:ext cx="47087" cy="102567"/>
            </a:xfrm>
            <a:prstGeom prst="flowChartMagneticDisk">
              <a:avLst/>
            </a:prstGeom>
            <a:solidFill>
              <a:srgbClr val="FF9600">
                <a:alpha val="20000"/>
              </a:srgb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73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AADE1F24-F407-D316-0C4B-3DC425D7F36A}"/>
                </a:ext>
              </a:extLst>
            </p:cNvPr>
            <p:cNvCxnSpPr>
              <a:cxnSpLocks/>
            </p:cNvCxnSpPr>
            <p:nvPr/>
          </p:nvCxnSpPr>
          <p:spPr>
            <a:xfrm>
              <a:off x="1049660" y="998893"/>
              <a:ext cx="41294" cy="154609"/>
            </a:xfrm>
            <a:prstGeom prst="line">
              <a:avLst/>
            </a:prstGeom>
            <a:ln w="12700"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流程图: 磁盘 97">
              <a:extLst>
                <a:ext uri="{FF2B5EF4-FFF2-40B4-BE49-F238E27FC236}">
                  <a16:creationId xmlns:a16="http://schemas.microsoft.com/office/drawing/2014/main" id="{68026575-ABF1-45D4-A7B3-43E7AA78009B}"/>
                </a:ext>
              </a:extLst>
            </p:cNvPr>
            <p:cNvSpPr/>
            <p:nvPr/>
          </p:nvSpPr>
          <p:spPr>
            <a:xfrm rot="16200000" flipH="1">
              <a:off x="948510" y="513343"/>
              <a:ext cx="47087" cy="102567"/>
            </a:xfrm>
            <a:prstGeom prst="flowChartMagneticDisk">
              <a:avLst/>
            </a:prstGeom>
            <a:solidFill>
              <a:srgbClr val="FF9600">
                <a:alpha val="20000"/>
              </a:srgb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73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99" name="流程图: 磁盘 98">
              <a:extLst>
                <a:ext uri="{FF2B5EF4-FFF2-40B4-BE49-F238E27FC236}">
                  <a16:creationId xmlns:a16="http://schemas.microsoft.com/office/drawing/2014/main" id="{20C85809-ADFB-45E3-0A7E-FCEF58BC17E3}"/>
                </a:ext>
              </a:extLst>
            </p:cNvPr>
            <p:cNvSpPr/>
            <p:nvPr/>
          </p:nvSpPr>
          <p:spPr>
            <a:xfrm rot="7617816" flipH="1">
              <a:off x="948672" y="528643"/>
              <a:ext cx="47087" cy="102567"/>
            </a:xfrm>
            <a:prstGeom prst="flowChartMagneticDisk">
              <a:avLst/>
            </a:prstGeom>
            <a:solidFill>
              <a:srgbClr val="FF9600">
                <a:alpha val="20000"/>
              </a:srgb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73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6E0F8223-1D9F-A0D1-6903-59BEFF7E4C4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6036" y="523760"/>
              <a:ext cx="168989" cy="124529"/>
            </a:xfrm>
            <a:prstGeom prst="line">
              <a:avLst/>
            </a:prstGeom>
            <a:ln w="127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E0C7110E-CBBC-61D7-82DD-9A433E7A5A3D}"/>
                </a:ext>
              </a:extLst>
            </p:cNvPr>
            <p:cNvCxnSpPr>
              <a:cxnSpLocks/>
            </p:cNvCxnSpPr>
            <p:nvPr/>
          </p:nvCxnSpPr>
          <p:spPr>
            <a:xfrm>
              <a:off x="873360" y="562422"/>
              <a:ext cx="197385" cy="0"/>
            </a:xfrm>
            <a:prstGeom prst="line">
              <a:avLst/>
            </a:prstGeom>
            <a:ln w="1270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60393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1616</TotalTime>
  <Words>11</Words>
  <Application>Microsoft Office PowerPoint</Application>
  <PresentationFormat>自定义</PresentationFormat>
  <Paragraphs>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Arial</vt:lpstr>
      <vt:lpstr>Calibri</vt:lpstr>
      <vt:lpstr>Calibri Light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空 天</dc:creator>
  <cp:lastModifiedBy>空 天</cp:lastModifiedBy>
  <cp:revision>11</cp:revision>
  <dcterms:created xsi:type="dcterms:W3CDTF">2024-04-29T13:46:31Z</dcterms:created>
  <dcterms:modified xsi:type="dcterms:W3CDTF">2026-03-29T14:27:40Z</dcterms:modified>
</cp:coreProperties>
</file>