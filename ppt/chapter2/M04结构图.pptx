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979613" cy="28797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07" userDrawn="1">
          <p15:clr>
            <a:srgbClr val="A4A3A4"/>
          </p15:clr>
        </p15:guide>
        <p15:guide id="2" pos="62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600"/>
    <a:srgbClr val="FFEACC"/>
    <a:srgbClr val="C6B192"/>
    <a:srgbClr val="CCB79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015" autoAdjust="0"/>
    <p:restoredTop sz="94660"/>
  </p:normalViewPr>
  <p:slideViewPr>
    <p:cSldViewPr snapToGrid="0" showGuides="1">
      <p:cViewPr varScale="1">
        <p:scale>
          <a:sx n="345" d="100"/>
          <a:sy n="345" d="100"/>
        </p:scale>
        <p:origin x="3912" y="180"/>
      </p:cViewPr>
      <p:guideLst>
        <p:guide orient="horz" pos="907"/>
        <p:guide pos="62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8471" y="471289"/>
            <a:ext cx="1682671" cy="1002571"/>
          </a:xfrm>
        </p:spPr>
        <p:txBody>
          <a:bodyPr anchor="b"/>
          <a:lstStyle>
            <a:lvl1pPr algn="ctr">
              <a:defRPr sz="129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7452" y="1512522"/>
            <a:ext cx="1484710" cy="695267"/>
          </a:xfrm>
        </p:spPr>
        <p:txBody>
          <a:bodyPr/>
          <a:lstStyle>
            <a:lvl1pPr marL="0" indent="0" algn="ctr">
              <a:buNone/>
              <a:defRPr sz="520"/>
            </a:lvl1pPr>
            <a:lvl2pPr marL="98984" indent="0" algn="ctr">
              <a:buNone/>
              <a:defRPr sz="433"/>
            </a:lvl2pPr>
            <a:lvl3pPr marL="197968" indent="0" algn="ctr">
              <a:buNone/>
              <a:defRPr sz="390"/>
            </a:lvl3pPr>
            <a:lvl4pPr marL="296951" indent="0" algn="ctr">
              <a:buNone/>
              <a:defRPr sz="346"/>
            </a:lvl4pPr>
            <a:lvl5pPr marL="395935" indent="0" algn="ctr">
              <a:buNone/>
              <a:defRPr sz="346"/>
            </a:lvl5pPr>
            <a:lvl6pPr marL="494919" indent="0" algn="ctr">
              <a:buNone/>
              <a:defRPr sz="346"/>
            </a:lvl6pPr>
            <a:lvl7pPr marL="593903" indent="0" algn="ctr">
              <a:buNone/>
              <a:defRPr sz="346"/>
            </a:lvl7pPr>
            <a:lvl8pPr marL="692887" indent="0" algn="ctr">
              <a:buNone/>
              <a:defRPr sz="346"/>
            </a:lvl8pPr>
            <a:lvl9pPr marL="791870" indent="0" algn="ctr">
              <a:buNone/>
              <a:defRPr sz="346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ADA11-965E-4691-869A-E11A2A300241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9DCAC-7FBE-4B64-ABA1-6A79C12DB5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8313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ADA11-965E-4691-869A-E11A2A300241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9DCAC-7FBE-4B64-ABA1-6A79C12DB5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41819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5068" y="717932"/>
            <a:ext cx="1707416" cy="1197885"/>
          </a:xfrm>
        </p:spPr>
        <p:txBody>
          <a:bodyPr anchor="b"/>
          <a:lstStyle>
            <a:lvl1pPr>
              <a:defRPr sz="129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5068" y="1927150"/>
            <a:ext cx="1707416" cy="629940"/>
          </a:xfrm>
        </p:spPr>
        <p:txBody>
          <a:bodyPr/>
          <a:lstStyle>
            <a:lvl1pPr marL="0" indent="0">
              <a:buNone/>
              <a:defRPr sz="520">
                <a:solidFill>
                  <a:schemeClr val="tx1"/>
                </a:solidFill>
              </a:defRPr>
            </a:lvl1pPr>
            <a:lvl2pPr marL="98984" indent="0">
              <a:buNone/>
              <a:defRPr sz="433">
                <a:solidFill>
                  <a:schemeClr val="tx1">
                    <a:tint val="75000"/>
                  </a:schemeClr>
                </a:solidFill>
              </a:defRPr>
            </a:lvl2pPr>
            <a:lvl3pPr marL="197968" indent="0">
              <a:buNone/>
              <a:defRPr sz="390">
                <a:solidFill>
                  <a:schemeClr val="tx1">
                    <a:tint val="75000"/>
                  </a:schemeClr>
                </a:solidFill>
              </a:defRPr>
            </a:lvl3pPr>
            <a:lvl4pPr marL="296951" indent="0">
              <a:buNone/>
              <a:defRPr sz="346">
                <a:solidFill>
                  <a:schemeClr val="tx1">
                    <a:tint val="75000"/>
                  </a:schemeClr>
                </a:solidFill>
              </a:defRPr>
            </a:lvl4pPr>
            <a:lvl5pPr marL="395935" indent="0">
              <a:buNone/>
              <a:defRPr sz="346">
                <a:solidFill>
                  <a:schemeClr val="tx1">
                    <a:tint val="75000"/>
                  </a:schemeClr>
                </a:solidFill>
              </a:defRPr>
            </a:lvl5pPr>
            <a:lvl6pPr marL="494919" indent="0">
              <a:buNone/>
              <a:defRPr sz="346">
                <a:solidFill>
                  <a:schemeClr val="tx1">
                    <a:tint val="75000"/>
                  </a:schemeClr>
                </a:solidFill>
              </a:defRPr>
            </a:lvl6pPr>
            <a:lvl7pPr marL="593903" indent="0">
              <a:buNone/>
              <a:defRPr sz="346">
                <a:solidFill>
                  <a:schemeClr val="tx1">
                    <a:tint val="75000"/>
                  </a:schemeClr>
                </a:solidFill>
              </a:defRPr>
            </a:lvl7pPr>
            <a:lvl8pPr marL="692887" indent="0">
              <a:buNone/>
              <a:defRPr sz="346">
                <a:solidFill>
                  <a:schemeClr val="tx1">
                    <a:tint val="75000"/>
                  </a:schemeClr>
                </a:solidFill>
              </a:defRPr>
            </a:lvl8pPr>
            <a:lvl9pPr marL="791870" indent="0">
              <a:buNone/>
              <a:defRPr sz="34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ADA11-965E-4691-869A-E11A2A300241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9DCAC-7FBE-4B64-ABA1-6A79C12DB5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0081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6098" y="766593"/>
            <a:ext cx="841336" cy="182715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2179" y="766593"/>
            <a:ext cx="841336" cy="182715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ADA11-965E-4691-869A-E11A2A300241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9DCAC-7FBE-4B64-ABA1-6A79C12DB5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72224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56" y="153319"/>
            <a:ext cx="1707416" cy="556614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356" y="705933"/>
            <a:ext cx="837469" cy="345967"/>
          </a:xfrm>
        </p:spPr>
        <p:txBody>
          <a:bodyPr anchor="b"/>
          <a:lstStyle>
            <a:lvl1pPr marL="0" indent="0">
              <a:buNone/>
              <a:defRPr sz="520" b="1"/>
            </a:lvl1pPr>
            <a:lvl2pPr marL="98984" indent="0">
              <a:buNone/>
              <a:defRPr sz="433" b="1"/>
            </a:lvl2pPr>
            <a:lvl3pPr marL="197968" indent="0">
              <a:buNone/>
              <a:defRPr sz="390" b="1"/>
            </a:lvl3pPr>
            <a:lvl4pPr marL="296951" indent="0">
              <a:buNone/>
              <a:defRPr sz="346" b="1"/>
            </a:lvl4pPr>
            <a:lvl5pPr marL="395935" indent="0">
              <a:buNone/>
              <a:defRPr sz="346" b="1"/>
            </a:lvl5pPr>
            <a:lvl6pPr marL="494919" indent="0">
              <a:buNone/>
              <a:defRPr sz="346" b="1"/>
            </a:lvl6pPr>
            <a:lvl7pPr marL="593903" indent="0">
              <a:buNone/>
              <a:defRPr sz="346" b="1"/>
            </a:lvl7pPr>
            <a:lvl8pPr marL="692887" indent="0">
              <a:buNone/>
              <a:defRPr sz="346" b="1"/>
            </a:lvl8pPr>
            <a:lvl9pPr marL="791870" indent="0">
              <a:buNone/>
              <a:defRPr sz="346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356" y="1051899"/>
            <a:ext cx="837469" cy="154718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02179" y="705933"/>
            <a:ext cx="841593" cy="345967"/>
          </a:xfrm>
        </p:spPr>
        <p:txBody>
          <a:bodyPr anchor="b"/>
          <a:lstStyle>
            <a:lvl1pPr marL="0" indent="0">
              <a:buNone/>
              <a:defRPr sz="520" b="1"/>
            </a:lvl1pPr>
            <a:lvl2pPr marL="98984" indent="0">
              <a:buNone/>
              <a:defRPr sz="433" b="1"/>
            </a:lvl2pPr>
            <a:lvl3pPr marL="197968" indent="0">
              <a:buNone/>
              <a:defRPr sz="390" b="1"/>
            </a:lvl3pPr>
            <a:lvl4pPr marL="296951" indent="0">
              <a:buNone/>
              <a:defRPr sz="346" b="1"/>
            </a:lvl4pPr>
            <a:lvl5pPr marL="395935" indent="0">
              <a:buNone/>
              <a:defRPr sz="346" b="1"/>
            </a:lvl5pPr>
            <a:lvl6pPr marL="494919" indent="0">
              <a:buNone/>
              <a:defRPr sz="346" b="1"/>
            </a:lvl6pPr>
            <a:lvl7pPr marL="593903" indent="0">
              <a:buNone/>
              <a:defRPr sz="346" b="1"/>
            </a:lvl7pPr>
            <a:lvl8pPr marL="692887" indent="0">
              <a:buNone/>
              <a:defRPr sz="346" b="1"/>
            </a:lvl8pPr>
            <a:lvl9pPr marL="791870" indent="0">
              <a:buNone/>
              <a:defRPr sz="346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02179" y="1051899"/>
            <a:ext cx="841593" cy="154718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ADA11-965E-4691-869A-E11A2A300241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9DCAC-7FBE-4B64-ABA1-6A79C12DB5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306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ADA11-965E-4691-869A-E11A2A300241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9DCAC-7FBE-4B64-ABA1-6A79C12DB5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8861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ADA11-965E-4691-869A-E11A2A300241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9DCAC-7FBE-4B64-ABA1-6A79C12DB5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10134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56" y="191982"/>
            <a:ext cx="638477" cy="671936"/>
          </a:xfrm>
        </p:spPr>
        <p:txBody>
          <a:bodyPr anchor="b"/>
          <a:lstStyle>
            <a:lvl1pPr>
              <a:defRPr sz="693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593" y="414628"/>
            <a:ext cx="1002179" cy="2046471"/>
          </a:xfrm>
        </p:spPr>
        <p:txBody>
          <a:bodyPr/>
          <a:lstStyle>
            <a:lvl1pPr>
              <a:defRPr sz="693"/>
            </a:lvl1pPr>
            <a:lvl2pPr>
              <a:defRPr sz="606"/>
            </a:lvl2pPr>
            <a:lvl3pPr>
              <a:defRPr sz="520"/>
            </a:lvl3pPr>
            <a:lvl4pPr>
              <a:defRPr sz="433"/>
            </a:lvl4pPr>
            <a:lvl5pPr>
              <a:defRPr sz="433"/>
            </a:lvl5pPr>
            <a:lvl6pPr>
              <a:defRPr sz="433"/>
            </a:lvl6pPr>
            <a:lvl7pPr>
              <a:defRPr sz="433"/>
            </a:lvl7pPr>
            <a:lvl8pPr>
              <a:defRPr sz="433"/>
            </a:lvl8pPr>
            <a:lvl9pPr>
              <a:defRPr sz="433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6356" y="863918"/>
            <a:ext cx="638477" cy="1600514"/>
          </a:xfrm>
        </p:spPr>
        <p:txBody>
          <a:bodyPr/>
          <a:lstStyle>
            <a:lvl1pPr marL="0" indent="0">
              <a:buNone/>
              <a:defRPr sz="346"/>
            </a:lvl1pPr>
            <a:lvl2pPr marL="98984" indent="0">
              <a:buNone/>
              <a:defRPr sz="303"/>
            </a:lvl2pPr>
            <a:lvl3pPr marL="197968" indent="0">
              <a:buNone/>
              <a:defRPr sz="260"/>
            </a:lvl3pPr>
            <a:lvl4pPr marL="296951" indent="0">
              <a:buNone/>
              <a:defRPr sz="217"/>
            </a:lvl4pPr>
            <a:lvl5pPr marL="395935" indent="0">
              <a:buNone/>
              <a:defRPr sz="217"/>
            </a:lvl5pPr>
            <a:lvl6pPr marL="494919" indent="0">
              <a:buNone/>
              <a:defRPr sz="217"/>
            </a:lvl6pPr>
            <a:lvl7pPr marL="593903" indent="0">
              <a:buNone/>
              <a:defRPr sz="217"/>
            </a:lvl7pPr>
            <a:lvl8pPr marL="692887" indent="0">
              <a:buNone/>
              <a:defRPr sz="217"/>
            </a:lvl8pPr>
            <a:lvl9pPr marL="791870" indent="0">
              <a:buNone/>
              <a:defRPr sz="217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ADA11-965E-4691-869A-E11A2A300241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9DCAC-7FBE-4B64-ABA1-6A79C12DB5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17237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56" y="191982"/>
            <a:ext cx="638477" cy="671936"/>
          </a:xfrm>
        </p:spPr>
        <p:txBody>
          <a:bodyPr anchor="b"/>
          <a:lstStyle>
            <a:lvl1pPr>
              <a:defRPr sz="693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41593" y="414628"/>
            <a:ext cx="1002179" cy="2046471"/>
          </a:xfrm>
        </p:spPr>
        <p:txBody>
          <a:bodyPr anchor="t"/>
          <a:lstStyle>
            <a:lvl1pPr marL="0" indent="0">
              <a:buNone/>
              <a:defRPr sz="693"/>
            </a:lvl1pPr>
            <a:lvl2pPr marL="98984" indent="0">
              <a:buNone/>
              <a:defRPr sz="606"/>
            </a:lvl2pPr>
            <a:lvl3pPr marL="197968" indent="0">
              <a:buNone/>
              <a:defRPr sz="520"/>
            </a:lvl3pPr>
            <a:lvl4pPr marL="296951" indent="0">
              <a:buNone/>
              <a:defRPr sz="433"/>
            </a:lvl4pPr>
            <a:lvl5pPr marL="395935" indent="0">
              <a:buNone/>
              <a:defRPr sz="433"/>
            </a:lvl5pPr>
            <a:lvl6pPr marL="494919" indent="0">
              <a:buNone/>
              <a:defRPr sz="433"/>
            </a:lvl6pPr>
            <a:lvl7pPr marL="593903" indent="0">
              <a:buNone/>
              <a:defRPr sz="433"/>
            </a:lvl7pPr>
            <a:lvl8pPr marL="692887" indent="0">
              <a:buNone/>
              <a:defRPr sz="433"/>
            </a:lvl8pPr>
            <a:lvl9pPr marL="791870" indent="0">
              <a:buNone/>
              <a:defRPr sz="433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6356" y="863918"/>
            <a:ext cx="638477" cy="1600514"/>
          </a:xfrm>
        </p:spPr>
        <p:txBody>
          <a:bodyPr/>
          <a:lstStyle>
            <a:lvl1pPr marL="0" indent="0">
              <a:buNone/>
              <a:defRPr sz="346"/>
            </a:lvl1pPr>
            <a:lvl2pPr marL="98984" indent="0">
              <a:buNone/>
              <a:defRPr sz="303"/>
            </a:lvl2pPr>
            <a:lvl3pPr marL="197968" indent="0">
              <a:buNone/>
              <a:defRPr sz="260"/>
            </a:lvl3pPr>
            <a:lvl4pPr marL="296951" indent="0">
              <a:buNone/>
              <a:defRPr sz="217"/>
            </a:lvl4pPr>
            <a:lvl5pPr marL="395935" indent="0">
              <a:buNone/>
              <a:defRPr sz="217"/>
            </a:lvl5pPr>
            <a:lvl6pPr marL="494919" indent="0">
              <a:buNone/>
              <a:defRPr sz="217"/>
            </a:lvl6pPr>
            <a:lvl7pPr marL="593903" indent="0">
              <a:buNone/>
              <a:defRPr sz="217"/>
            </a:lvl7pPr>
            <a:lvl8pPr marL="692887" indent="0">
              <a:buNone/>
              <a:defRPr sz="217"/>
            </a:lvl8pPr>
            <a:lvl9pPr marL="791870" indent="0">
              <a:buNone/>
              <a:defRPr sz="217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ADA11-965E-4691-869A-E11A2A300241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9DCAC-7FBE-4B64-ABA1-6A79C12DB5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49360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ADA11-965E-4691-869A-E11A2A300241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9DCAC-7FBE-4B64-ABA1-6A79C12DB5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2679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416661" y="153319"/>
            <a:ext cx="426854" cy="2440434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6099" y="153319"/>
            <a:ext cx="1255817" cy="2440434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ADA11-965E-4691-869A-E11A2A300241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9DCAC-7FBE-4B64-ABA1-6A79C12DB5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4912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6099" y="153319"/>
            <a:ext cx="1707416" cy="556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099" y="766593"/>
            <a:ext cx="1707416" cy="18271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6098" y="2669079"/>
            <a:ext cx="445413" cy="1533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BADA11-965E-4691-869A-E11A2A300241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55747" y="2669079"/>
            <a:ext cx="668119" cy="1533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398102" y="2669079"/>
            <a:ext cx="445413" cy="1533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C9DCAC-7FBE-4B64-ABA1-6A79C12DB5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8029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97968" rtl="0" eaLnBrk="1" latinLnBrk="0" hangingPunct="1">
        <a:lnSpc>
          <a:spcPct val="90000"/>
        </a:lnSpc>
        <a:spcBef>
          <a:spcPct val="0"/>
        </a:spcBef>
        <a:buNone/>
        <a:defRPr sz="9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9492" indent="-49492" algn="l" defTabSz="197968" rtl="0" eaLnBrk="1" latinLnBrk="0" hangingPunct="1">
        <a:lnSpc>
          <a:spcPct val="90000"/>
        </a:lnSpc>
        <a:spcBef>
          <a:spcPts val="217"/>
        </a:spcBef>
        <a:buFont typeface="Arial" panose="020B0604020202020204" pitchFamily="34" charset="0"/>
        <a:buChar char="•"/>
        <a:defRPr sz="606" kern="1200">
          <a:solidFill>
            <a:schemeClr val="tx1"/>
          </a:solidFill>
          <a:latin typeface="+mn-lt"/>
          <a:ea typeface="+mn-ea"/>
          <a:cs typeface="+mn-cs"/>
        </a:defRPr>
      </a:lvl1pPr>
      <a:lvl2pPr marL="148476" indent="-49492" algn="l" defTabSz="197968" rtl="0" eaLnBrk="1" latinLnBrk="0" hangingPunct="1">
        <a:lnSpc>
          <a:spcPct val="90000"/>
        </a:lnSpc>
        <a:spcBef>
          <a:spcPts val="108"/>
        </a:spcBef>
        <a:buFont typeface="Arial" panose="020B0604020202020204" pitchFamily="34" charset="0"/>
        <a:buChar char="•"/>
        <a:defRPr sz="520" kern="1200">
          <a:solidFill>
            <a:schemeClr val="tx1"/>
          </a:solidFill>
          <a:latin typeface="+mn-lt"/>
          <a:ea typeface="+mn-ea"/>
          <a:cs typeface="+mn-cs"/>
        </a:defRPr>
      </a:lvl2pPr>
      <a:lvl3pPr marL="247460" indent="-49492" algn="l" defTabSz="197968" rtl="0" eaLnBrk="1" latinLnBrk="0" hangingPunct="1">
        <a:lnSpc>
          <a:spcPct val="90000"/>
        </a:lnSpc>
        <a:spcBef>
          <a:spcPts val="108"/>
        </a:spcBef>
        <a:buFont typeface="Arial" panose="020B0604020202020204" pitchFamily="34" charset="0"/>
        <a:buChar char="•"/>
        <a:defRPr sz="433" kern="1200">
          <a:solidFill>
            <a:schemeClr val="tx1"/>
          </a:solidFill>
          <a:latin typeface="+mn-lt"/>
          <a:ea typeface="+mn-ea"/>
          <a:cs typeface="+mn-cs"/>
        </a:defRPr>
      </a:lvl3pPr>
      <a:lvl4pPr marL="346443" indent="-49492" algn="l" defTabSz="197968" rtl="0" eaLnBrk="1" latinLnBrk="0" hangingPunct="1">
        <a:lnSpc>
          <a:spcPct val="90000"/>
        </a:lnSpc>
        <a:spcBef>
          <a:spcPts val="108"/>
        </a:spcBef>
        <a:buFont typeface="Arial" panose="020B0604020202020204" pitchFamily="34" charset="0"/>
        <a:buChar char="•"/>
        <a:defRPr sz="390" kern="1200">
          <a:solidFill>
            <a:schemeClr val="tx1"/>
          </a:solidFill>
          <a:latin typeface="+mn-lt"/>
          <a:ea typeface="+mn-ea"/>
          <a:cs typeface="+mn-cs"/>
        </a:defRPr>
      </a:lvl4pPr>
      <a:lvl5pPr marL="445427" indent="-49492" algn="l" defTabSz="197968" rtl="0" eaLnBrk="1" latinLnBrk="0" hangingPunct="1">
        <a:lnSpc>
          <a:spcPct val="90000"/>
        </a:lnSpc>
        <a:spcBef>
          <a:spcPts val="108"/>
        </a:spcBef>
        <a:buFont typeface="Arial" panose="020B0604020202020204" pitchFamily="34" charset="0"/>
        <a:buChar char="•"/>
        <a:defRPr sz="390" kern="1200">
          <a:solidFill>
            <a:schemeClr val="tx1"/>
          </a:solidFill>
          <a:latin typeface="+mn-lt"/>
          <a:ea typeface="+mn-ea"/>
          <a:cs typeface="+mn-cs"/>
        </a:defRPr>
      </a:lvl5pPr>
      <a:lvl6pPr marL="544411" indent="-49492" algn="l" defTabSz="197968" rtl="0" eaLnBrk="1" latinLnBrk="0" hangingPunct="1">
        <a:lnSpc>
          <a:spcPct val="90000"/>
        </a:lnSpc>
        <a:spcBef>
          <a:spcPts val="108"/>
        </a:spcBef>
        <a:buFont typeface="Arial" panose="020B0604020202020204" pitchFamily="34" charset="0"/>
        <a:buChar char="•"/>
        <a:defRPr sz="390" kern="1200">
          <a:solidFill>
            <a:schemeClr val="tx1"/>
          </a:solidFill>
          <a:latin typeface="+mn-lt"/>
          <a:ea typeface="+mn-ea"/>
          <a:cs typeface="+mn-cs"/>
        </a:defRPr>
      </a:lvl6pPr>
      <a:lvl7pPr marL="643395" indent="-49492" algn="l" defTabSz="197968" rtl="0" eaLnBrk="1" latinLnBrk="0" hangingPunct="1">
        <a:lnSpc>
          <a:spcPct val="90000"/>
        </a:lnSpc>
        <a:spcBef>
          <a:spcPts val="108"/>
        </a:spcBef>
        <a:buFont typeface="Arial" panose="020B0604020202020204" pitchFamily="34" charset="0"/>
        <a:buChar char="•"/>
        <a:defRPr sz="390" kern="1200">
          <a:solidFill>
            <a:schemeClr val="tx1"/>
          </a:solidFill>
          <a:latin typeface="+mn-lt"/>
          <a:ea typeface="+mn-ea"/>
          <a:cs typeface="+mn-cs"/>
        </a:defRPr>
      </a:lvl7pPr>
      <a:lvl8pPr marL="742379" indent="-49492" algn="l" defTabSz="197968" rtl="0" eaLnBrk="1" latinLnBrk="0" hangingPunct="1">
        <a:lnSpc>
          <a:spcPct val="90000"/>
        </a:lnSpc>
        <a:spcBef>
          <a:spcPts val="108"/>
        </a:spcBef>
        <a:buFont typeface="Arial" panose="020B0604020202020204" pitchFamily="34" charset="0"/>
        <a:buChar char="•"/>
        <a:defRPr sz="390" kern="1200">
          <a:solidFill>
            <a:schemeClr val="tx1"/>
          </a:solidFill>
          <a:latin typeface="+mn-lt"/>
          <a:ea typeface="+mn-ea"/>
          <a:cs typeface="+mn-cs"/>
        </a:defRPr>
      </a:lvl8pPr>
      <a:lvl9pPr marL="841362" indent="-49492" algn="l" defTabSz="197968" rtl="0" eaLnBrk="1" latinLnBrk="0" hangingPunct="1">
        <a:lnSpc>
          <a:spcPct val="90000"/>
        </a:lnSpc>
        <a:spcBef>
          <a:spcPts val="108"/>
        </a:spcBef>
        <a:buFont typeface="Arial" panose="020B0604020202020204" pitchFamily="34" charset="0"/>
        <a:buChar char="•"/>
        <a:defRPr sz="39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7968" rtl="0" eaLnBrk="1" latinLnBrk="0" hangingPunct="1">
        <a:defRPr sz="390" kern="1200">
          <a:solidFill>
            <a:schemeClr val="tx1"/>
          </a:solidFill>
          <a:latin typeface="+mn-lt"/>
          <a:ea typeface="+mn-ea"/>
          <a:cs typeface="+mn-cs"/>
        </a:defRPr>
      </a:lvl1pPr>
      <a:lvl2pPr marL="98984" algn="l" defTabSz="197968" rtl="0" eaLnBrk="1" latinLnBrk="0" hangingPunct="1">
        <a:defRPr sz="390" kern="1200">
          <a:solidFill>
            <a:schemeClr val="tx1"/>
          </a:solidFill>
          <a:latin typeface="+mn-lt"/>
          <a:ea typeface="+mn-ea"/>
          <a:cs typeface="+mn-cs"/>
        </a:defRPr>
      </a:lvl2pPr>
      <a:lvl3pPr marL="197968" algn="l" defTabSz="197968" rtl="0" eaLnBrk="1" latinLnBrk="0" hangingPunct="1">
        <a:defRPr sz="390" kern="1200">
          <a:solidFill>
            <a:schemeClr val="tx1"/>
          </a:solidFill>
          <a:latin typeface="+mn-lt"/>
          <a:ea typeface="+mn-ea"/>
          <a:cs typeface="+mn-cs"/>
        </a:defRPr>
      </a:lvl3pPr>
      <a:lvl4pPr marL="296951" algn="l" defTabSz="197968" rtl="0" eaLnBrk="1" latinLnBrk="0" hangingPunct="1">
        <a:defRPr sz="390" kern="1200">
          <a:solidFill>
            <a:schemeClr val="tx1"/>
          </a:solidFill>
          <a:latin typeface="+mn-lt"/>
          <a:ea typeface="+mn-ea"/>
          <a:cs typeface="+mn-cs"/>
        </a:defRPr>
      </a:lvl4pPr>
      <a:lvl5pPr marL="395935" algn="l" defTabSz="197968" rtl="0" eaLnBrk="1" latinLnBrk="0" hangingPunct="1">
        <a:defRPr sz="390" kern="1200">
          <a:solidFill>
            <a:schemeClr val="tx1"/>
          </a:solidFill>
          <a:latin typeface="+mn-lt"/>
          <a:ea typeface="+mn-ea"/>
          <a:cs typeface="+mn-cs"/>
        </a:defRPr>
      </a:lvl5pPr>
      <a:lvl6pPr marL="494919" algn="l" defTabSz="197968" rtl="0" eaLnBrk="1" latinLnBrk="0" hangingPunct="1">
        <a:defRPr sz="390" kern="1200">
          <a:solidFill>
            <a:schemeClr val="tx1"/>
          </a:solidFill>
          <a:latin typeface="+mn-lt"/>
          <a:ea typeface="+mn-ea"/>
          <a:cs typeface="+mn-cs"/>
        </a:defRPr>
      </a:lvl6pPr>
      <a:lvl7pPr marL="593903" algn="l" defTabSz="197968" rtl="0" eaLnBrk="1" latinLnBrk="0" hangingPunct="1">
        <a:defRPr sz="390" kern="1200">
          <a:solidFill>
            <a:schemeClr val="tx1"/>
          </a:solidFill>
          <a:latin typeface="+mn-lt"/>
          <a:ea typeface="+mn-ea"/>
          <a:cs typeface="+mn-cs"/>
        </a:defRPr>
      </a:lvl7pPr>
      <a:lvl8pPr marL="692887" algn="l" defTabSz="197968" rtl="0" eaLnBrk="1" latinLnBrk="0" hangingPunct="1">
        <a:defRPr sz="390" kern="1200">
          <a:solidFill>
            <a:schemeClr val="tx1"/>
          </a:solidFill>
          <a:latin typeface="+mn-lt"/>
          <a:ea typeface="+mn-ea"/>
          <a:cs typeface="+mn-cs"/>
        </a:defRPr>
      </a:lvl8pPr>
      <a:lvl9pPr marL="791870" algn="l" defTabSz="197968" rtl="0" eaLnBrk="1" latinLnBrk="0" hangingPunct="1">
        <a:defRPr sz="39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261231BF-F1EC-3730-E07C-DF4ECA961B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1" y="8442"/>
            <a:ext cx="1423768" cy="2871283"/>
          </a:xfrm>
          <a:prstGeom prst="rect">
            <a:avLst/>
          </a:prstGeom>
        </p:spPr>
      </p:pic>
      <p:sp>
        <p:nvSpPr>
          <p:cNvPr id="6" name="流程图: 磁盘 5">
            <a:extLst>
              <a:ext uri="{FF2B5EF4-FFF2-40B4-BE49-F238E27FC236}">
                <a16:creationId xmlns:a16="http://schemas.microsoft.com/office/drawing/2014/main" id="{D4EA68F0-7F92-A268-62FF-6ABCAE4181F8}"/>
              </a:ext>
            </a:extLst>
          </p:cNvPr>
          <p:cNvSpPr/>
          <p:nvPr/>
        </p:nvSpPr>
        <p:spPr>
          <a:xfrm rot="11666260">
            <a:off x="365304" y="667455"/>
            <a:ext cx="47087" cy="102567"/>
          </a:xfrm>
          <a:prstGeom prst="flowChartMagneticDisk">
            <a:avLst/>
          </a:prstGeom>
          <a:solidFill>
            <a:srgbClr val="FF9600">
              <a:alpha val="20000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73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流程图: 磁盘 6">
            <a:extLst>
              <a:ext uri="{FF2B5EF4-FFF2-40B4-BE49-F238E27FC236}">
                <a16:creationId xmlns:a16="http://schemas.microsoft.com/office/drawing/2014/main" id="{CEC603AA-B351-F006-D5DF-B4C1B67C4BCD}"/>
              </a:ext>
            </a:extLst>
          </p:cNvPr>
          <p:cNvSpPr/>
          <p:nvPr/>
        </p:nvSpPr>
        <p:spPr>
          <a:xfrm rot="5400000">
            <a:off x="429698" y="520084"/>
            <a:ext cx="47087" cy="102567"/>
          </a:xfrm>
          <a:prstGeom prst="flowChartMagneticDisk">
            <a:avLst/>
          </a:prstGeom>
          <a:solidFill>
            <a:srgbClr val="FF9600">
              <a:alpha val="20000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73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流程图: 磁盘 7">
            <a:extLst>
              <a:ext uri="{FF2B5EF4-FFF2-40B4-BE49-F238E27FC236}">
                <a16:creationId xmlns:a16="http://schemas.microsoft.com/office/drawing/2014/main" id="{08B19251-DB35-B03C-F8E2-068F2AA3C6BE}"/>
              </a:ext>
            </a:extLst>
          </p:cNvPr>
          <p:cNvSpPr/>
          <p:nvPr/>
        </p:nvSpPr>
        <p:spPr>
          <a:xfrm rot="13982184">
            <a:off x="374564" y="538264"/>
            <a:ext cx="47087" cy="102567"/>
          </a:xfrm>
          <a:prstGeom prst="flowChartMagneticDisk">
            <a:avLst/>
          </a:prstGeom>
          <a:solidFill>
            <a:srgbClr val="FF9600">
              <a:alpha val="20000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73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" name="流程图: 磁盘 8">
            <a:extLst>
              <a:ext uri="{FF2B5EF4-FFF2-40B4-BE49-F238E27FC236}">
                <a16:creationId xmlns:a16="http://schemas.microsoft.com/office/drawing/2014/main" id="{27F7F7C4-9EAB-EA76-52F0-EC9C4BFDC469}"/>
              </a:ext>
            </a:extLst>
          </p:cNvPr>
          <p:cNvSpPr/>
          <p:nvPr/>
        </p:nvSpPr>
        <p:spPr>
          <a:xfrm rot="16990025">
            <a:off x="303556" y="922568"/>
            <a:ext cx="47087" cy="102567"/>
          </a:xfrm>
          <a:prstGeom prst="flowChartMagneticDisk">
            <a:avLst/>
          </a:prstGeom>
          <a:solidFill>
            <a:srgbClr val="FF9600">
              <a:alpha val="20000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73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流程图: 磁盘 9">
            <a:extLst>
              <a:ext uri="{FF2B5EF4-FFF2-40B4-BE49-F238E27FC236}">
                <a16:creationId xmlns:a16="http://schemas.microsoft.com/office/drawing/2014/main" id="{E080DB71-29AD-9339-E511-6BEEF7A86A4F}"/>
              </a:ext>
            </a:extLst>
          </p:cNvPr>
          <p:cNvSpPr/>
          <p:nvPr/>
        </p:nvSpPr>
        <p:spPr>
          <a:xfrm rot="16990025">
            <a:off x="204625" y="1259656"/>
            <a:ext cx="47087" cy="102567"/>
          </a:xfrm>
          <a:prstGeom prst="flowChartMagneticDisk">
            <a:avLst/>
          </a:prstGeom>
          <a:solidFill>
            <a:srgbClr val="FF9600">
              <a:alpha val="20000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73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流程图: 磁盘 10">
            <a:extLst>
              <a:ext uri="{FF2B5EF4-FFF2-40B4-BE49-F238E27FC236}">
                <a16:creationId xmlns:a16="http://schemas.microsoft.com/office/drawing/2014/main" id="{244F6CB5-ECE8-4EFF-D132-47D448C5B159}"/>
              </a:ext>
            </a:extLst>
          </p:cNvPr>
          <p:cNvSpPr/>
          <p:nvPr/>
        </p:nvSpPr>
        <p:spPr>
          <a:xfrm rot="11666261">
            <a:off x="271664" y="1014819"/>
            <a:ext cx="45719" cy="102567"/>
          </a:xfrm>
          <a:prstGeom prst="flowChartMagneticDisk">
            <a:avLst/>
          </a:prstGeom>
          <a:solidFill>
            <a:srgbClr val="FF9600">
              <a:alpha val="20000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73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流程图: 磁盘 11">
            <a:extLst>
              <a:ext uri="{FF2B5EF4-FFF2-40B4-BE49-F238E27FC236}">
                <a16:creationId xmlns:a16="http://schemas.microsoft.com/office/drawing/2014/main" id="{07D07F2C-FF9D-BEA3-3D5D-0449ADA79077}"/>
              </a:ext>
            </a:extLst>
          </p:cNvPr>
          <p:cNvSpPr/>
          <p:nvPr/>
        </p:nvSpPr>
        <p:spPr>
          <a:xfrm rot="9823748">
            <a:off x="1164262" y="669655"/>
            <a:ext cx="47087" cy="102567"/>
          </a:xfrm>
          <a:prstGeom prst="flowChartMagneticDisk">
            <a:avLst/>
          </a:prstGeom>
          <a:solidFill>
            <a:srgbClr val="FF9600">
              <a:alpha val="20000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73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流程图: 磁盘 12">
            <a:extLst>
              <a:ext uri="{FF2B5EF4-FFF2-40B4-BE49-F238E27FC236}">
                <a16:creationId xmlns:a16="http://schemas.microsoft.com/office/drawing/2014/main" id="{5A5E627F-9F17-9B84-AC47-28CB68C3ADCA}"/>
              </a:ext>
            </a:extLst>
          </p:cNvPr>
          <p:cNvSpPr/>
          <p:nvPr/>
        </p:nvSpPr>
        <p:spPr>
          <a:xfrm rot="5400000">
            <a:off x="1122646" y="516769"/>
            <a:ext cx="47087" cy="102567"/>
          </a:xfrm>
          <a:prstGeom prst="flowChartMagneticDisk">
            <a:avLst/>
          </a:prstGeom>
          <a:solidFill>
            <a:srgbClr val="FF9600">
              <a:alpha val="20000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73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4" name="流程图: 磁盘 13">
            <a:extLst>
              <a:ext uri="{FF2B5EF4-FFF2-40B4-BE49-F238E27FC236}">
                <a16:creationId xmlns:a16="http://schemas.microsoft.com/office/drawing/2014/main" id="{8314FCC8-C3B8-19D4-558E-464599E853F1}"/>
              </a:ext>
            </a:extLst>
          </p:cNvPr>
          <p:cNvSpPr/>
          <p:nvPr/>
        </p:nvSpPr>
        <p:spPr>
          <a:xfrm rot="13925155">
            <a:off x="1126552" y="538163"/>
            <a:ext cx="45719" cy="102567"/>
          </a:xfrm>
          <a:prstGeom prst="flowChartMagneticDisk">
            <a:avLst/>
          </a:prstGeom>
          <a:solidFill>
            <a:srgbClr val="FF9600">
              <a:alpha val="20000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73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" name="流程图: 磁盘 14">
            <a:extLst>
              <a:ext uri="{FF2B5EF4-FFF2-40B4-BE49-F238E27FC236}">
                <a16:creationId xmlns:a16="http://schemas.microsoft.com/office/drawing/2014/main" id="{CD788873-14A7-8A70-7CB7-9A7C9552BE3C}"/>
              </a:ext>
            </a:extLst>
          </p:cNvPr>
          <p:cNvSpPr/>
          <p:nvPr/>
        </p:nvSpPr>
        <p:spPr>
          <a:xfrm>
            <a:off x="1513599" y="94226"/>
            <a:ext cx="68134" cy="143296"/>
          </a:xfrm>
          <a:prstGeom prst="flowChartMagneticDisk">
            <a:avLst/>
          </a:prstGeom>
          <a:solidFill>
            <a:srgbClr val="FF9600">
              <a:alpha val="20000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73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" name="流程图: 磁盘 15">
            <a:extLst>
              <a:ext uri="{FF2B5EF4-FFF2-40B4-BE49-F238E27FC236}">
                <a16:creationId xmlns:a16="http://schemas.microsoft.com/office/drawing/2014/main" id="{1B6678C4-ADA4-791C-29A1-7ED6335E944E}"/>
              </a:ext>
            </a:extLst>
          </p:cNvPr>
          <p:cNvSpPr/>
          <p:nvPr/>
        </p:nvSpPr>
        <p:spPr>
          <a:xfrm rot="14090796">
            <a:off x="1449683" y="198448"/>
            <a:ext cx="68134" cy="143296"/>
          </a:xfrm>
          <a:prstGeom prst="flowChartMagneticDisk">
            <a:avLst/>
          </a:prstGeom>
          <a:solidFill>
            <a:srgbClr val="FF9600">
              <a:alpha val="20000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73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" name="流程图: 磁盘 16">
            <a:extLst>
              <a:ext uri="{FF2B5EF4-FFF2-40B4-BE49-F238E27FC236}">
                <a16:creationId xmlns:a16="http://schemas.microsoft.com/office/drawing/2014/main" id="{0A6E87DB-106A-3D6C-AD3B-92E15330F5DC}"/>
              </a:ext>
            </a:extLst>
          </p:cNvPr>
          <p:cNvSpPr/>
          <p:nvPr/>
        </p:nvSpPr>
        <p:spPr>
          <a:xfrm rot="5658942">
            <a:off x="1587608" y="168125"/>
            <a:ext cx="68134" cy="143296"/>
          </a:xfrm>
          <a:prstGeom prst="flowChartMagneticDisk">
            <a:avLst/>
          </a:prstGeom>
          <a:solidFill>
            <a:srgbClr val="FF9600">
              <a:alpha val="20000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73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8" name="流程图: 磁盘 17">
            <a:extLst>
              <a:ext uri="{FF2B5EF4-FFF2-40B4-BE49-F238E27FC236}">
                <a16:creationId xmlns:a16="http://schemas.microsoft.com/office/drawing/2014/main" id="{D154EA3D-9874-4FDA-F497-FFB5548E4CF8}"/>
              </a:ext>
            </a:extLst>
          </p:cNvPr>
          <p:cNvSpPr/>
          <p:nvPr/>
        </p:nvSpPr>
        <p:spPr>
          <a:xfrm rot="15504244">
            <a:off x="1235344" y="916092"/>
            <a:ext cx="47087" cy="102567"/>
          </a:xfrm>
          <a:prstGeom prst="flowChartMagneticDisk">
            <a:avLst/>
          </a:prstGeom>
          <a:solidFill>
            <a:srgbClr val="FF9600">
              <a:alpha val="20000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73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9" name="流程图: 磁盘 18">
            <a:extLst>
              <a:ext uri="{FF2B5EF4-FFF2-40B4-BE49-F238E27FC236}">
                <a16:creationId xmlns:a16="http://schemas.microsoft.com/office/drawing/2014/main" id="{20A127B7-71C2-18DE-5015-FDEF09B8E5DA}"/>
              </a:ext>
            </a:extLst>
          </p:cNvPr>
          <p:cNvSpPr/>
          <p:nvPr/>
        </p:nvSpPr>
        <p:spPr>
          <a:xfrm rot="9747857">
            <a:off x="1262315" y="1014820"/>
            <a:ext cx="47087" cy="102567"/>
          </a:xfrm>
          <a:prstGeom prst="flowChartMagneticDisk">
            <a:avLst/>
          </a:prstGeom>
          <a:solidFill>
            <a:srgbClr val="FF9600">
              <a:alpha val="20000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73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0" name="流程图: 磁盘 19">
            <a:extLst>
              <a:ext uri="{FF2B5EF4-FFF2-40B4-BE49-F238E27FC236}">
                <a16:creationId xmlns:a16="http://schemas.microsoft.com/office/drawing/2014/main" id="{3523B23E-4D4F-7E87-1D02-4A55DB2AFCED}"/>
              </a:ext>
            </a:extLst>
          </p:cNvPr>
          <p:cNvSpPr/>
          <p:nvPr/>
        </p:nvSpPr>
        <p:spPr>
          <a:xfrm rot="15504244">
            <a:off x="1324766" y="1258162"/>
            <a:ext cx="47087" cy="102567"/>
          </a:xfrm>
          <a:prstGeom prst="flowChartMagneticDisk">
            <a:avLst/>
          </a:prstGeom>
          <a:solidFill>
            <a:srgbClr val="FF9600">
              <a:alpha val="20000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73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98D28624-E699-3A92-529D-9C93146E9C48}"/>
              </a:ext>
            </a:extLst>
          </p:cNvPr>
          <p:cNvGrpSpPr/>
          <p:nvPr/>
        </p:nvGrpSpPr>
        <p:grpSpPr>
          <a:xfrm>
            <a:off x="1498260" y="10086"/>
            <a:ext cx="98812" cy="68342"/>
            <a:chOff x="5319642" y="559930"/>
            <a:chExt cx="98812" cy="68342"/>
          </a:xfrm>
        </p:grpSpPr>
        <p:sp>
          <p:nvSpPr>
            <p:cNvPr id="54" name="弧形 53">
              <a:extLst>
                <a:ext uri="{FF2B5EF4-FFF2-40B4-BE49-F238E27FC236}">
                  <a16:creationId xmlns:a16="http://schemas.microsoft.com/office/drawing/2014/main" id="{DDEC60B7-4280-FD00-DF0B-904ABF4E4487}"/>
                </a:ext>
              </a:extLst>
            </p:cNvPr>
            <p:cNvSpPr/>
            <p:nvPr/>
          </p:nvSpPr>
          <p:spPr>
            <a:xfrm>
              <a:off x="5319642" y="576640"/>
              <a:ext cx="98812" cy="51632"/>
            </a:xfrm>
            <a:prstGeom prst="arc">
              <a:avLst>
                <a:gd name="adj1" fmla="val 20127883"/>
                <a:gd name="adj2" fmla="val 13420965"/>
              </a:avLst>
            </a:prstGeom>
            <a:ln w="6350">
              <a:head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流程图: 合并 54">
              <a:extLst>
                <a:ext uri="{FF2B5EF4-FFF2-40B4-BE49-F238E27FC236}">
                  <a16:creationId xmlns:a16="http://schemas.microsoft.com/office/drawing/2014/main" id="{5D827ACE-ED6A-ACFE-D269-9E843B21DCB3}"/>
                </a:ext>
              </a:extLst>
            </p:cNvPr>
            <p:cNvSpPr/>
            <p:nvPr/>
          </p:nvSpPr>
          <p:spPr>
            <a:xfrm rot="5400000">
              <a:off x="5360468" y="559771"/>
              <a:ext cx="45719" cy="46038"/>
            </a:xfrm>
            <a:prstGeom prst="flowChartMerge">
              <a:avLst/>
            </a:prstGeom>
            <a:ln w="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C652D9C6-224C-C1A8-EED4-8AC81772A725}"/>
              </a:ext>
            </a:extLst>
          </p:cNvPr>
          <p:cNvGrpSpPr/>
          <p:nvPr/>
        </p:nvGrpSpPr>
        <p:grpSpPr>
          <a:xfrm>
            <a:off x="1700985" y="210076"/>
            <a:ext cx="72733" cy="79257"/>
            <a:chOff x="5522367" y="759920"/>
            <a:chExt cx="72733" cy="79257"/>
          </a:xfrm>
        </p:grpSpPr>
        <p:sp>
          <p:nvSpPr>
            <p:cNvPr id="52" name="弧形 51">
              <a:extLst>
                <a:ext uri="{FF2B5EF4-FFF2-40B4-BE49-F238E27FC236}">
                  <a16:creationId xmlns:a16="http://schemas.microsoft.com/office/drawing/2014/main" id="{3D40E114-C364-9245-90FF-F5D7BEA5A724}"/>
                </a:ext>
              </a:extLst>
            </p:cNvPr>
            <p:cNvSpPr/>
            <p:nvPr/>
          </p:nvSpPr>
          <p:spPr>
            <a:xfrm>
              <a:off x="5549381" y="759920"/>
              <a:ext cx="45719" cy="79257"/>
            </a:xfrm>
            <a:prstGeom prst="arc">
              <a:avLst>
                <a:gd name="adj1" fmla="val 13003027"/>
                <a:gd name="adj2" fmla="val 5195302"/>
              </a:avLst>
            </a:prstGeom>
            <a:ln>
              <a:solidFill>
                <a:schemeClr val="accent6"/>
              </a:solidFill>
              <a:head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流程图: 合并 52">
              <a:extLst>
                <a:ext uri="{FF2B5EF4-FFF2-40B4-BE49-F238E27FC236}">
                  <a16:creationId xmlns:a16="http://schemas.microsoft.com/office/drawing/2014/main" id="{647694B0-5595-BDC0-0E7C-985D8CC0D493}"/>
                </a:ext>
              </a:extLst>
            </p:cNvPr>
            <p:cNvSpPr/>
            <p:nvPr/>
          </p:nvSpPr>
          <p:spPr>
            <a:xfrm rot="1260946">
              <a:off x="5522367" y="779034"/>
              <a:ext cx="45719" cy="46038"/>
            </a:xfrm>
            <a:prstGeom prst="flowChartMerge">
              <a:avLst/>
            </a:prstGeom>
            <a:solidFill>
              <a:schemeClr val="accent6"/>
            </a:solidFill>
            <a:ln w="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35CFD463-500C-2EC7-D96E-EA7DDCA832DC}"/>
              </a:ext>
            </a:extLst>
          </p:cNvPr>
          <p:cNvGrpSpPr/>
          <p:nvPr/>
        </p:nvGrpSpPr>
        <p:grpSpPr>
          <a:xfrm>
            <a:off x="1346819" y="271286"/>
            <a:ext cx="57953" cy="98198"/>
            <a:chOff x="5168201" y="821130"/>
            <a:chExt cx="57953" cy="98198"/>
          </a:xfrm>
        </p:grpSpPr>
        <p:sp>
          <p:nvSpPr>
            <p:cNvPr id="50" name="弧形 49">
              <a:extLst>
                <a:ext uri="{FF2B5EF4-FFF2-40B4-BE49-F238E27FC236}">
                  <a16:creationId xmlns:a16="http://schemas.microsoft.com/office/drawing/2014/main" id="{7BB9D140-B7A0-99CF-4F90-795A0204B464}"/>
                </a:ext>
              </a:extLst>
            </p:cNvPr>
            <p:cNvSpPr/>
            <p:nvPr/>
          </p:nvSpPr>
          <p:spPr>
            <a:xfrm rot="8286116">
              <a:off x="5168201" y="837924"/>
              <a:ext cx="57953" cy="81404"/>
            </a:xfrm>
            <a:prstGeom prst="arc">
              <a:avLst>
                <a:gd name="adj1" fmla="val 9301782"/>
                <a:gd name="adj2" fmla="val 21521880"/>
              </a:avLst>
            </a:prstGeom>
            <a:ln>
              <a:solidFill>
                <a:srgbClr val="FF0000"/>
              </a:solidFill>
              <a:head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流程图: 合并 50">
              <a:extLst>
                <a:ext uri="{FF2B5EF4-FFF2-40B4-BE49-F238E27FC236}">
                  <a16:creationId xmlns:a16="http://schemas.microsoft.com/office/drawing/2014/main" id="{ED41342F-F2B1-4B2D-E721-F8A5CE39AAF6}"/>
                </a:ext>
              </a:extLst>
            </p:cNvPr>
            <p:cNvSpPr/>
            <p:nvPr/>
          </p:nvSpPr>
          <p:spPr>
            <a:xfrm rot="8480037">
              <a:off x="5178854" y="821130"/>
              <a:ext cx="45719" cy="46038"/>
            </a:xfrm>
            <a:prstGeom prst="flowChartMerge">
              <a:avLst/>
            </a:prstGeom>
            <a:solidFill>
              <a:srgbClr val="FF0000"/>
            </a:solidFill>
            <a:ln w="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2C6496D-9A25-0B59-EC3F-16343644B1F3}"/>
              </a:ext>
            </a:extLst>
          </p:cNvPr>
          <p:cNvCxnSpPr>
            <a:cxnSpLocks/>
          </p:cNvCxnSpPr>
          <p:nvPr/>
        </p:nvCxnSpPr>
        <p:spPr>
          <a:xfrm flipV="1">
            <a:off x="1159550" y="943111"/>
            <a:ext cx="198673" cy="46260"/>
          </a:xfrm>
          <a:prstGeom prst="line">
            <a:avLst/>
          </a:prstGeom>
          <a:ln w="127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8ECA2799-FFDE-48BF-8F4F-04B8B9AB9617}"/>
              </a:ext>
            </a:extLst>
          </p:cNvPr>
          <p:cNvCxnSpPr>
            <a:cxnSpLocks/>
          </p:cNvCxnSpPr>
          <p:nvPr/>
        </p:nvCxnSpPr>
        <p:spPr>
          <a:xfrm>
            <a:off x="1262085" y="997086"/>
            <a:ext cx="53801" cy="156262"/>
          </a:xfrm>
          <a:prstGeom prst="line">
            <a:avLst/>
          </a:prstGeom>
          <a:ln w="1270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A73E274D-1E3A-CFA5-8E28-9783BF088899}"/>
              </a:ext>
            </a:extLst>
          </p:cNvPr>
          <p:cNvCxnSpPr>
            <a:cxnSpLocks/>
          </p:cNvCxnSpPr>
          <p:nvPr/>
        </p:nvCxnSpPr>
        <p:spPr>
          <a:xfrm>
            <a:off x="1070008" y="568052"/>
            <a:ext cx="185584" cy="0"/>
          </a:xfrm>
          <a:prstGeom prst="line">
            <a:avLst/>
          </a:prstGeom>
          <a:ln w="127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1C1320CA-6B0D-7342-1990-C2CE80C8B0AF}"/>
              </a:ext>
            </a:extLst>
          </p:cNvPr>
          <p:cNvCxnSpPr>
            <a:cxnSpLocks/>
          </p:cNvCxnSpPr>
          <p:nvPr/>
        </p:nvCxnSpPr>
        <p:spPr>
          <a:xfrm flipV="1">
            <a:off x="1070370" y="527181"/>
            <a:ext cx="168989" cy="124529"/>
          </a:xfrm>
          <a:prstGeom prst="line">
            <a:avLst/>
          </a:prstGeom>
          <a:ln w="127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C152688-C0A9-AF5C-B5B4-483D6FBE1043}"/>
              </a:ext>
            </a:extLst>
          </p:cNvPr>
          <p:cNvCxnSpPr>
            <a:cxnSpLocks/>
          </p:cNvCxnSpPr>
          <p:nvPr/>
        </p:nvCxnSpPr>
        <p:spPr>
          <a:xfrm>
            <a:off x="1172738" y="656320"/>
            <a:ext cx="49470" cy="175536"/>
          </a:xfrm>
          <a:prstGeom prst="line">
            <a:avLst/>
          </a:prstGeom>
          <a:ln w="1270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BAB33B06-21F9-C113-505E-CCB540EF736E}"/>
              </a:ext>
            </a:extLst>
          </p:cNvPr>
          <p:cNvCxnSpPr>
            <a:cxnSpLocks/>
          </p:cNvCxnSpPr>
          <p:nvPr/>
        </p:nvCxnSpPr>
        <p:spPr>
          <a:xfrm flipV="1">
            <a:off x="317999" y="528090"/>
            <a:ext cx="168989" cy="124529"/>
          </a:xfrm>
          <a:prstGeom prst="line">
            <a:avLst/>
          </a:prstGeom>
          <a:ln w="127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0F07C905-3A16-33FD-5830-2B0E2AA6DDCD}"/>
              </a:ext>
            </a:extLst>
          </p:cNvPr>
          <p:cNvCxnSpPr>
            <a:cxnSpLocks/>
          </p:cNvCxnSpPr>
          <p:nvPr/>
        </p:nvCxnSpPr>
        <p:spPr>
          <a:xfrm flipH="1">
            <a:off x="354548" y="569163"/>
            <a:ext cx="197385" cy="0"/>
          </a:xfrm>
          <a:prstGeom prst="line">
            <a:avLst/>
          </a:prstGeom>
          <a:ln w="127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F7AFCBAD-6416-AEC9-C627-0881F7CABB62}"/>
              </a:ext>
            </a:extLst>
          </p:cNvPr>
          <p:cNvCxnSpPr>
            <a:cxnSpLocks/>
          </p:cNvCxnSpPr>
          <p:nvPr/>
        </p:nvCxnSpPr>
        <p:spPr>
          <a:xfrm flipH="1">
            <a:off x="347968" y="654828"/>
            <a:ext cx="62150" cy="184638"/>
          </a:xfrm>
          <a:prstGeom prst="line">
            <a:avLst/>
          </a:prstGeom>
          <a:ln w="1270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8B1DFD5B-468C-A928-1B74-AA8381AB61A0}"/>
              </a:ext>
            </a:extLst>
          </p:cNvPr>
          <p:cNvCxnSpPr>
            <a:cxnSpLocks/>
          </p:cNvCxnSpPr>
          <p:nvPr/>
        </p:nvCxnSpPr>
        <p:spPr>
          <a:xfrm flipV="1">
            <a:off x="1260093" y="1286861"/>
            <a:ext cx="196260" cy="46732"/>
          </a:xfrm>
          <a:prstGeom prst="line">
            <a:avLst/>
          </a:prstGeom>
          <a:ln w="127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11E62385-30E4-8866-744A-537F9353CA8F}"/>
              </a:ext>
            </a:extLst>
          </p:cNvPr>
          <p:cNvCxnSpPr>
            <a:cxnSpLocks/>
          </p:cNvCxnSpPr>
          <p:nvPr/>
        </p:nvCxnSpPr>
        <p:spPr>
          <a:xfrm>
            <a:off x="228170" y="947459"/>
            <a:ext cx="196263" cy="44047"/>
          </a:xfrm>
          <a:prstGeom prst="line">
            <a:avLst/>
          </a:prstGeom>
          <a:ln w="127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20A9A993-5EF7-DCC3-6512-0EB529B64F78}"/>
              </a:ext>
            </a:extLst>
          </p:cNvPr>
          <p:cNvCxnSpPr>
            <a:cxnSpLocks/>
          </p:cNvCxnSpPr>
          <p:nvPr/>
        </p:nvCxnSpPr>
        <p:spPr>
          <a:xfrm flipH="1">
            <a:off x="267761" y="997558"/>
            <a:ext cx="49888" cy="160518"/>
          </a:xfrm>
          <a:prstGeom prst="line">
            <a:avLst/>
          </a:prstGeom>
          <a:ln w="1270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7535593E-7207-9CAE-6777-354D76B70AA1}"/>
              </a:ext>
            </a:extLst>
          </p:cNvPr>
          <p:cNvCxnSpPr>
            <a:cxnSpLocks/>
          </p:cNvCxnSpPr>
          <p:nvPr/>
        </p:nvCxnSpPr>
        <p:spPr>
          <a:xfrm>
            <a:off x="120216" y="1287421"/>
            <a:ext cx="196263" cy="44047"/>
          </a:xfrm>
          <a:prstGeom prst="line">
            <a:avLst/>
          </a:prstGeom>
          <a:ln w="127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54E379FC-6956-C229-832F-EA007FCAB1BF}"/>
              </a:ext>
            </a:extLst>
          </p:cNvPr>
          <p:cNvSpPr txBox="1"/>
          <p:nvPr/>
        </p:nvSpPr>
        <p:spPr>
          <a:xfrm>
            <a:off x="1309958" y="339203"/>
            <a:ext cx="329660" cy="1919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Roll</a:t>
            </a:r>
            <a:endParaRPr lang="zh-CN" altLang="en-US" sz="6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0A152B5B-50F3-F111-CAC2-DED554564B62}"/>
              </a:ext>
            </a:extLst>
          </p:cNvPr>
          <p:cNvSpPr txBox="1"/>
          <p:nvPr/>
        </p:nvSpPr>
        <p:spPr>
          <a:xfrm>
            <a:off x="1596013" y="249704"/>
            <a:ext cx="353055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" dirty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Pitch</a:t>
            </a:r>
            <a:endParaRPr lang="zh-CN" altLang="en-US" sz="600" dirty="0">
              <a:solidFill>
                <a:schemeClr val="accent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50FBE39-65A2-B14D-C4D3-13A1E130F5DE}"/>
              </a:ext>
            </a:extLst>
          </p:cNvPr>
          <p:cNvSpPr txBox="1"/>
          <p:nvPr/>
        </p:nvSpPr>
        <p:spPr>
          <a:xfrm>
            <a:off x="1240187" y="8442"/>
            <a:ext cx="34475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Yaw</a:t>
            </a:r>
            <a:endParaRPr lang="zh-CN" altLang="en-US" sz="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16C836E1-8F40-5A0F-3994-B6E643A26982}"/>
              </a:ext>
            </a:extLst>
          </p:cNvPr>
          <p:cNvCxnSpPr>
            <a:cxnSpLocks/>
          </p:cNvCxnSpPr>
          <p:nvPr/>
        </p:nvCxnSpPr>
        <p:spPr>
          <a:xfrm>
            <a:off x="1541706" y="858173"/>
            <a:ext cx="195064" cy="0"/>
          </a:xfrm>
          <a:prstGeom prst="straightConnector1">
            <a:avLst/>
          </a:prstGeom>
          <a:ln w="12700">
            <a:solidFill>
              <a:schemeClr val="accent6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4C3344CB-AD31-5A6B-9515-942CF05E7A3F}"/>
              </a:ext>
            </a:extLst>
          </p:cNvPr>
          <p:cNvCxnSpPr>
            <a:cxnSpLocks/>
          </p:cNvCxnSpPr>
          <p:nvPr/>
        </p:nvCxnSpPr>
        <p:spPr>
          <a:xfrm flipH="1">
            <a:off x="1438644" y="859832"/>
            <a:ext cx="102917" cy="120403"/>
          </a:xfrm>
          <a:prstGeom prst="straightConnector1">
            <a:avLst/>
          </a:prstGeom>
          <a:ln w="12700">
            <a:solidFill>
              <a:srgbClr val="FF0000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BCA1A571-B05A-1A1A-0C6B-8C933994D05F}"/>
              </a:ext>
            </a:extLst>
          </p:cNvPr>
          <p:cNvCxnSpPr>
            <a:cxnSpLocks/>
          </p:cNvCxnSpPr>
          <p:nvPr/>
        </p:nvCxnSpPr>
        <p:spPr>
          <a:xfrm flipH="1" flipV="1">
            <a:off x="1538926" y="651710"/>
            <a:ext cx="2780" cy="206463"/>
          </a:xfrm>
          <a:prstGeom prst="straightConnector1">
            <a:avLst/>
          </a:prstGeom>
          <a:ln w="12700">
            <a:solidFill>
              <a:schemeClr val="accent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76AA8296-E3D6-D16A-9E6A-60585C05F531}"/>
              </a:ext>
            </a:extLst>
          </p:cNvPr>
          <p:cNvSpPr txBox="1"/>
          <p:nvPr/>
        </p:nvSpPr>
        <p:spPr>
          <a:xfrm>
            <a:off x="1306076" y="429680"/>
            <a:ext cx="701785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Joint rotation</a:t>
            </a:r>
            <a:endParaRPr lang="zh-CN" altLang="en-US" sz="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6D92DB36-21DB-9065-4AF1-8CB2A6704AD7}"/>
              </a:ext>
            </a:extLst>
          </p:cNvPr>
          <p:cNvSpPr txBox="1"/>
          <p:nvPr/>
        </p:nvSpPr>
        <p:spPr>
          <a:xfrm>
            <a:off x="1651938" y="753490"/>
            <a:ext cx="353055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" dirty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600" dirty="0">
              <a:solidFill>
                <a:schemeClr val="accent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12FA4D9-E8FB-A645-A6FA-DFE4BB4D6237}"/>
              </a:ext>
            </a:extLst>
          </p:cNvPr>
          <p:cNvSpPr txBox="1"/>
          <p:nvPr/>
        </p:nvSpPr>
        <p:spPr>
          <a:xfrm>
            <a:off x="1408056" y="893703"/>
            <a:ext cx="353055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6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878A21E0-8C60-D3CC-A11A-4EEC561F0C3C}"/>
              </a:ext>
            </a:extLst>
          </p:cNvPr>
          <p:cNvSpPr txBox="1"/>
          <p:nvPr/>
        </p:nvSpPr>
        <p:spPr>
          <a:xfrm>
            <a:off x="1494678" y="577973"/>
            <a:ext cx="353055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E2D9FA1D-B02A-0CDC-9644-DAF4B1E229FC}"/>
              </a:ext>
            </a:extLst>
          </p:cNvPr>
          <p:cNvSpPr txBox="1"/>
          <p:nvPr/>
        </p:nvSpPr>
        <p:spPr>
          <a:xfrm>
            <a:off x="1309578" y="991157"/>
            <a:ext cx="701785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Link frame</a:t>
            </a:r>
            <a:endParaRPr lang="zh-CN" altLang="en-US" sz="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08FB1EAE-524C-DFC2-110E-EA9A6835CF31}"/>
              </a:ext>
            </a:extLst>
          </p:cNvPr>
          <p:cNvCxnSpPr>
            <a:cxnSpLocks/>
          </p:cNvCxnSpPr>
          <p:nvPr/>
        </p:nvCxnSpPr>
        <p:spPr>
          <a:xfrm>
            <a:off x="798504" y="1267446"/>
            <a:ext cx="195064" cy="0"/>
          </a:xfrm>
          <a:prstGeom prst="straightConnector1">
            <a:avLst/>
          </a:prstGeom>
          <a:ln w="12700">
            <a:solidFill>
              <a:schemeClr val="accent6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7E53AE2E-8EBD-1698-EAE9-6F3F44479B80}"/>
              </a:ext>
            </a:extLst>
          </p:cNvPr>
          <p:cNvCxnSpPr>
            <a:cxnSpLocks/>
          </p:cNvCxnSpPr>
          <p:nvPr/>
        </p:nvCxnSpPr>
        <p:spPr>
          <a:xfrm flipH="1">
            <a:off x="695442" y="1269105"/>
            <a:ext cx="102917" cy="120403"/>
          </a:xfrm>
          <a:prstGeom prst="straightConnector1">
            <a:avLst/>
          </a:prstGeom>
          <a:ln w="12700">
            <a:solidFill>
              <a:srgbClr val="FF0000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64CCBA38-9570-02D7-C69D-281E2F522871}"/>
              </a:ext>
            </a:extLst>
          </p:cNvPr>
          <p:cNvCxnSpPr>
            <a:cxnSpLocks/>
          </p:cNvCxnSpPr>
          <p:nvPr/>
        </p:nvCxnSpPr>
        <p:spPr>
          <a:xfrm flipH="1" flipV="1">
            <a:off x="795724" y="1060983"/>
            <a:ext cx="2780" cy="206463"/>
          </a:xfrm>
          <a:prstGeom prst="straightConnector1">
            <a:avLst/>
          </a:prstGeom>
          <a:ln w="12700">
            <a:solidFill>
              <a:schemeClr val="accent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流程图: 磁盘 55">
            <a:extLst>
              <a:ext uri="{FF2B5EF4-FFF2-40B4-BE49-F238E27FC236}">
                <a16:creationId xmlns:a16="http://schemas.microsoft.com/office/drawing/2014/main" id="{DFD6E797-A85B-EA5C-FAFF-480711EA48B5}"/>
              </a:ext>
            </a:extLst>
          </p:cNvPr>
          <p:cNvSpPr/>
          <p:nvPr/>
        </p:nvSpPr>
        <p:spPr>
          <a:xfrm>
            <a:off x="755936" y="1346921"/>
            <a:ext cx="68134" cy="143296"/>
          </a:xfrm>
          <a:prstGeom prst="flowChartMagneticDisk">
            <a:avLst/>
          </a:prstGeom>
          <a:solidFill>
            <a:srgbClr val="FF9600">
              <a:alpha val="20000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73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5" name="流程图: 磁盘 64">
            <a:extLst>
              <a:ext uri="{FF2B5EF4-FFF2-40B4-BE49-F238E27FC236}">
                <a16:creationId xmlns:a16="http://schemas.microsoft.com/office/drawing/2014/main" id="{C7CB4CD9-1C69-1FAF-8B91-6A7019BF2ACC}"/>
              </a:ext>
            </a:extLst>
          </p:cNvPr>
          <p:cNvSpPr/>
          <p:nvPr/>
        </p:nvSpPr>
        <p:spPr>
          <a:xfrm rot="14090796">
            <a:off x="529902" y="1326764"/>
            <a:ext cx="68134" cy="143296"/>
          </a:xfrm>
          <a:prstGeom prst="flowChartMagneticDisk">
            <a:avLst/>
          </a:prstGeom>
          <a:solidFill>
            <a:srgbClr val="FF9600">
              <a:alpha val="20000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73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7383CF26-AE3A-3EBE-7D1F-F23C61D3A9D8}"/>
              </a:ext>
            </a:extLst>
          </p:cNvPr>
          <p:cNvCxnSpPr>
            <a:cxnSpLocks/>
          </p:cNvCxnSpPr>
          <p:nvPr/>
        </p:nvCxnSpPr>
        <p:spPr>
          <a:xfrm flipV="1">
            <a:off x="790003" y="1318416"/>
            <a:ext cx="0" cy="200306"/>
          </a:xfrm>
          <a:prstGeom prst="line">
            <a:avLst/>
          </a:prstGeom>
          <a:ln w="1270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圆柱体 67">
            <a:extLst>
              <a:ext uri="{FF2B5EF4-FFF2-40B4-BE49-F238E27FC236}">
                <a16:creationId xmlns:a16="http://schemas.microsoft.com/office/drawing/2014/main" id="{ADFCE3DA-D78B-B06D-7F6F-9DA0B96960CC}"/>
              </a:ext>
            </a:extLst>
          </p:cNvPr>
          <p:cNvSpPr/>
          <p:nvPr/>
        </p:nvSpPr>
        <p:spPr>
          <a:xfrm rot="5400000">
            <a:off x="916483" y="2055554"/>
            <a:ext cx="66743" cy="138476"/>
          </a:xfrm>
          <a:prstGeom prst="can">
            <a:avLst/>
          </a:prstGeom>
          <a:solidFill>
            <a:srgbClr val="FF9600">
              <a:alpha val="20000"/>
            </a:srgb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rgbClr val="CCB798"/>
              </a:solidFill>
            </a:endParaRPr>
          </a:p>
        </p:txBody>
      </p:sp>
      <p:sp>
        <p:nvSpPr>
          <p:cNvPr id="70" name="流程图: 磁盘 69">
            <a:extLst>
              <a:ext uri="{FF2B5EF4-FFF2-40B4-BE49-F238E27FC236}">
                <a16:creationId xmlns:a16="http://schemas.microsoft.com/office/drawing/2014/main" id="{140D6355-33E6-22B1-E3AB-10F0F717DBCE}"/>
              </a:ext>
            </a:extLst>
          </p:cNvPr>
          <p:cNvSpPr/>
          <p:nvPr/>
        </p:nvSpPr>
        <p:spPr>
          <a:xfrm rot="14090796">
            <a:off x="991392" y="1315875"/>
            <a:ext cx="68134" cy="143296"/>
          </a:xfrm>
          <a:prstGeom prst="flowChartMagneticDisk">
            <a:avLst/>
          </a:prstGeom>
          <a:solidFill>
            <a:srgbClr val="FF9600">
              <a:alpha val="20000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73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1" name="圆柱体 70">
            <a:extLst>
              <a:ext uri="{FF2B5EF4-FFF2-40B4-BE49-F238E27FC236}">
                <a16:creationId xmlns:a16="http://schemas.microsoft.com/office/drawing/2014/main" id="{89A4F4F5-45C4-C8F8-642D-B873CABF9E46}"/>
              </a:ext>
            </a:extLst>
          </p:cNvPr>
          <p:cNvSpPr/>
          <p:nvPr/>
        </p:nvSpPr>
        <p:spPr>
          <a:xfrm rot="5400000">
            <a:off x="916483" y="1500031"/>
            <a:ext cx="66743" cy="138476"/>
          </a:xfrm>
          <a:prstGeom prst="can">
            <a:avLst/>
          </a:prstGeom>
          <a:solidFill>
            <a:srgbClr val="FF9600">
              <a:alpha val="20000"/>
            </a:srgb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rgbClr val="CCB798"/>
              </a:solidFill>
            </a:endParaRPr>
          </a:p>
        </p:txBody>
      </p:sp>
      <p:sp>
        <p:nvSpPr>
          <p:cNvPr id="72" name="圆柱体 71">
            <a:extLst>
              <a:ext uri="{FF2B5EF4-FFF2-40B4-BE49-F238E27FC236}">
                <a16:creationId xmlns:a16="http://schemas.microsoft.com/office/drawing/2014/main" id="{60332C1F-2CA7-84E9-AA43-E06C4C1AFA80}"/>
              </a:ext>
            </a:extLst>
          </p:cNvPr>
          <p:cNvSpPr/>
          <p:nvPr/>
        </p:nvSpPr>
        <p:spPr>
          <a:xfrm rot="5400000">
            <a:off x="913891" y="2611077"/>
            <a:ext cx="66743" cy="138476"/>
          </a:xfrm>
          <a:prstGeom prst="can">
            <a:avLst/>
          </a:prstGeom>
          <a:solidFill>
            <a:srgbClr val="FF9600">
              <a:alpha val="20000"/>
            </a:srgb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rgbClr val="CCB798"/>
              </a:solidFill>
            </a:endParaRPr>
          </a:p>
        </p:txBody>
      </p:sp>
      <p:sp>
        <p:nvSpPr>
          <p:cNvPr id="73" name="圆柱体 72">
            <a:extLst>
              <a:ext uri="{FF2B5EF4-FFF2-40B4-BE49-F238E27FC236}">
                <a16:creationId xmlns:a16="http://schemas.microsoft.com/office/drawing/2014/main" id="{7744A17D-32BD-74A5-B1F6-06EEA29AE034}"/>
              </a:ext>
            </a:extLst>
          </p:cNvPr>
          <p:cNvSpPr/>
          <p:nvPr/>
        </p:nvSpPr>
        <p:spPr>
          <a:xfrm rot="5400000">
            <a:off x="608792" y="1500032"/>
            <a:ext cx="66743" cy="138476"/>
          </a:xfrm>
          <a:prstGeom prst="can">
            <a:avLst/>
          </a:prstGeom>
          <a:solidFill>
            <a:srgbClr val="FF9600">
              <a:alpha val="20000"/>
            </a:srgb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rgbClr val="CCB798"/>
              </a:solidFill>
            </a:endParaRPr>
          </a:p>
        </p:txBody>
      </p:sp>
      <p:sp>
        <p:nvSpPr>
          <p:cNvPr id="74" name="圆柱体 73">
            <a:extLst>
              <a:ext uri="{FF2B5EF4-FFF2-40B4-BE49-F238E27FC236}">
                <a16:creationId xmlns:a16="http://schemas.microsoft.com/office/drawing/2014/main" id="{0E6280EF-925B-511F-787A-61AEA5E7756E}"/>
              </a:ext>
            </a:extLst>
          </p:cNvPr>
          <p:cNvSpPr/>
          <p:nvPr/>
        </p:nvSpPr>
        <p:spPr>
          <a:xfrm rot="5400000">
            <a:off x="606760" y="2055555"/>
            <a:ext cx="66743" cy="138476"/>
          </a:xfrm>
          <a:prstGeom prst="can">
            <a:avLst/>
          </a:prstGeom>
          <a:solidFill>
            <a:srgbClr val="FF9600">
              <a:alpha val="20000"/>
            </a:srgb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rgbClr val="CCB798"/>
              </a:solidFill>
            </a:endParaRPr>
          </a:p>
        </p:txBody>
      </p:sp>
      <p:sp>
        <p:nvSpPr>
          <p:cNvPr id="75" name="圆柱体 74">
            <a:extLst>
              <a:ext uri="{FF2B5EF4-FFF2-40B4-BE49-F238E27FC236}">
                <a16:creationId xmlns:a16="http://schemas.microsoft.com/office/drawing/2014/main" id="{C85D8F1F-32EF-F8CF-124D-5A06A77D5D18}"/>
              </a:ext>
            </a:extLst>
          </p:cNvPr>
          <p:cNvSpPr/>
          <p:nvPr/>
        </p:nvSpPr>
        <p:spPr>
          <a:xfrm rot="5400000">
            <a:off x="606760" y="2600556"/>
            <a:ext cx="66743" cy="138476"/>
          </a:xfrm>
          <a:prstGeom prst="can">
            <a:avLst/>
          </a:prstGeom>
          <a:solidFill>
            <a:srgbClr val="FF9600">
              <a:alpha val="20000"/>
            </a:srgb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rgbClr val="CCB798"/>
              </a:solidFill>
            </a:endParaRPr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CB007E7F-B6F3-31BE-E3CD-EBADF461011E}"/>
              </a:ext>
            </a:extLst>
          </p:cNvPr>
          <p:cNvCxnSpPr>
            <a:cxnSpLocks/>
          </p:cNvCxnSpPr>
          <p:nvPr/>
        </p:nvCxnSpPr>
        <p:spPr>
          <a:xfrm>
            <a:off x="846567" y="1569269"/>
            <a:ext cx="201389" cy="0"/>
          </a:xfrm>
          <a:prstGeom prst="line">
            <a:avLst/>
          </a:prstGeom>
          <a:ln w="127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7963F82-2272-796C-F731-57DB943D0844}"/>
              </a:ext>
            </a:extLst>
          </p:cNvPr>
          <p:cNvCxnSpPr>
            <a:cxnSpLocks/>
          </p:cNvCxnSpPr>
          <p:nvPr/>
        </p:nvCxnSpPr>
        <p:spPr>
          <a:xfrm>
            <a:off x="846566" y="2122743"/>
            <a:ext cx="201389" cy="0"/>
          </a:xfrm>
          <a:prstGeom prst="line">
            <a:avLst/>
          </a:prstGeom>
          <a:ln w="127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F37191DC-64BD-33F6-3AE3-5447C388CD0D}"/>
              </a:ext>
            </a:extLst>
          </p:cNvPr>
          <p:cNvCxnSpPr>
            <a:cxnSpLocks/>
          </p:cNvCxnSpPr>
          <p:nvPr/>
        </p:nvCxnSpPr>
        <p:spPr>
          <a:xfrm>
            <a:off x="846565" y="2680315"/>
            <a:ext cx="201389" cy="0"/>
          </a:xfrm>
          <a:prstGeom prst="line">
            <a:avLst/>
          </a:prstGeom>
          <a:ln w="127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C6DFB8A8-7F5B-B5A7-D1B7-13A99F455601}"/>
              </a:ext>
            </a:extLst>
          </p:cNvPr>
          <p:cNvCxnSpPr>
            <a:cxnSpLocks/>
          </p:cNvCxnSpPr>
          <p:nvPr/>
        </p:nvCxnSpPr>
        <p:spPr>
          <a:xfrm>
            <a:off x="539436" y="2124381"/>
            <a:ext cx="201389" cy="0"/>
          </a:xfrm>
          <a:prstGeom prst="line">
            <a:avLst/>
          </a:prstGeom>
          <a:ln w="127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3157E1A1-A0A1-BDEF-A383-32D75C9728C3}"/>
              </a:ext>
            </a:extLst>
          </p:cNvPr>
          <p:cNvCxnSpPr>
            <a:cxnSpLocks/>
          </p:cNvCxnSpPr>
          <p:nvPr/>
        </p:nvCxnSpPr>
        <p:spPr>
          <a:xfrm>
            <a:off x="539435" y="2665902"/>
            <a:ext cx="201389" cy="0"/>
          </a:xfrm>
          <a:prstGeom prst="line">
            <a:avLst/>
          </a:prstGeom>
          <a:ln w="127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90E4F960-6C74-800B-88D7-43ED67C39A7B}"/>
              </a:ext>
            </a:extLst>
          </p:cNvPr>
          <p:cNvCxnSpPr>
            <a:cxnSpLocks/>
          </p:cNvCxnSpPr>
          <p:nvPr/>
        </p:nvCxnSpPr>
        <p:spPr>
          <a:xfrm>
            <a:off x="523749" y="1569269"/>
            <a:ext cx="201389" cy="0"/>
          </a:xfrm>
          <a:prstGeom prst="line">
            <a:avLst/>
          </a:prstGeom>
          <a:ln w="127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367E4AA5-0C05-96E7-C5C3-4AC901A9E2F9}"/>
              </a:ext>
            </a:extLst>
          </p:cNvPr>
          <p:cNvCxnSpPr>
            <a:cxnSpLocks/>
          </p:cNvCxnSpPr>
          <p:nvPr/>
        </p:nvCxnSpPr>
        <p:spPr>
          <a:xfrm flipV="1">
            <a:off x="477793" y="1337332"/>
            <a:ext cx="168989" cy="124529"/>
          </a:xfrm>
          <a:prstGeom prst="line">
            <a:avLst/>
          </a:prstGeom>
          <a:ln w="127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C818E46C-67ED-32F3-081B-3B41B5427A6C}"/>
              </a:ext>
            </a:extLst>
          </p:cNvPr>
          <p:cNvCxnSpPr>
            <a:cxnSpLocks/>
          </p:cNvCxnSpPr>
          <p:nvPr/>
        </p:nvCxnSpPr>
        <p:spPr>
          <a:xfrm flipV="1">
            <a:off x="940120" y="1326156"/>
            <a:ext cx="168989" cy="124529"/>
          </a:xfrm>
          <a:prstGeom prst="line">
            <a:avLst/>
          </a:prstGeom>
          <a:ln w="127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03931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21</TotalTime>
  <Words>10</Words>
  <Application>Microsoft Office PowerPoint</Application>
  <PresentationFormat>自定义</PresentationFormat>
  <Paragraphs>8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空 天</dc:creator>
  <cp:lastModifiedBy>空 天</cp:lastModifiedBy>
  <cp:revision>9</cp:revision>
  <dcterms:created xsi:type="dcterms:W3CDTF">2024-04-29T13:46:31Z</dcterms:created>
  <dcterms:modified xsi:type="dcterms:W3CDTF">2026-02-25T11:47:50Z</dcterms:modified>
</cp:coreProperties>
</file>