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3C9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 showGuides="1">
      <p:cViewPr>
        <p:scale>
          <a:sx n="125" d="100"/>
          <a:sy n="125" d="100"/>
        </p:scale>
        <p:origin x="612" y="6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88D041-AECC-4419-BDF8-9DCF0C1DC865}" type="datetimeFigureOut">
              <a:rPr lang="zh-CN" altLang="en-US" smtClean="0"/>
              <a:t>2026/2/26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C74E1C-685E-4341-9614-5817E4CDF6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3643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C74E1C-685E-4341-9614-5817E4CDF69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5901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F2C479-4785-30B0-3E02-51403ECB93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4F057F0-D1D0-D59B-DDDD-8BEEF5F396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86021A-9B3A-2C2A-CA13-062F9E069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E453A-A13D-4A84-8FA2-6C8295BEFE45}" type="datetimeFigureOut">
              <a:rPr lang="zh-CN" altLang="en-US" smtClean="0"/>
              <a:t>2026/2/26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D257C0-F8CC-F223-FB04-CD3AFBC70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260155-73E6-000E-4669-A383AAE36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ADDD0-1427-4C16-9782-83C31B5DB0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7419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B74305-38E1-7AB4-763D-A46F7382C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C66F15-3B27-50B0-DB4F-60B951018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42392A-7EEF-8251-8748-1D72D3B2B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E453A-A13D-4A84-8FA2-6C8295BEFE45}" type="datetimeFigureOut">
              <a:rPr lang="zh-CN" altLang="en-US" smtClean="0"/>
              <a:t>2026/2/26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F72A86-39DF-4C95-80E4-6C429F175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D44B1F-E94C-75CD-1258-4CEB4097A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ADDD0-1427-4C16-9782-83C31B5DB0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8113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D25D6F-3B3F-6BE9-2B7E-DDE24A514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74365B-34E8-B820-815E-6AF3FCF05A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2F5105-49FB-D5A1-71C3-0F4F8BCDB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E453A-A13D-4A84-8FA2-6C8295BEFE45}" type="datetimeFigureOut">
              <a:rPr lang="zh-CN" altLang="en-US" smtClean="0"/>
              <a:t>2026/2/26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422520-550D-B8A6-6DE8-0F51BB84F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8C0262-C855-C14D-05DA-31578C9E2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ADDD0-1427-4C16-9782-83C31B5DB0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5934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4C1008-E025-AFD1-52BC-2EC8F112B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1E177D-AB1F-5FCF-117F-A08026D387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AAFD8CF-6E33-B595-904A-86D0226167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CDFC60B-B5C0-12F6-78F7-94AD5C03B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E453A-A13D-4A84-8FA2-6C8295BEFE45}" type="datetimeFigureOut">
              <a:rPr lang="zh-CN" altLang="en-US" smtClean="0"/>
              <a:t>2026/2/26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578B240-EBCB-AC88-7C5E-D1CDCC515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2F4655-F582-A9BA-9E24-6674CAFB9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ADDD0-1427-4C16-9782-83C31B5DB0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972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308FDB-DA6D-9989-1C8F-74D1A6554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87D172-6DAE-2725-4279-E8D1ED31D6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3F148BF-77A8-0D07-18E9-48CC3020B9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D952003-13BD-1DFB-41BA-6DB14BE7A9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CFA6A44-36D1-B6D6-C850-0A0D0CDCFF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E66E4FF-D0FD-0274-95B6-8B7941274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E453A-A13D-4A84-8FA2-6C8295BEFE45}" type="datetimeFigureOut">
              <a:rPr lang="zh-CN" altLang="en-US" smtClean="0"/>
              <a:t>2026/2/26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171A601-BE62-B89C-6AE3-09717A250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0EB4997-48B3-9A9C-8391-06F8DEB96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ADDD0-1427-4C16-9782-83C31B5DB0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8483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71C928-D793-4C96-4BE4-A0131A7C7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0E4458A-987B-FE9D-76AD-05DD9794C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E453A-A13D-4A84-8FA2-6C8295BEFE45}" type="datetimeFigureOut">
              <a:rPr lang="zh-CN" altLang="en-US" smtClean="0"/>
              <a:t>2026/2/26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8C59DD4-2842-8230-0DBE-4BBB8411E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FF0D4DA-C8F1-0002-E3C1-ADFB7E6A8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ADDD0-1427-4C16-9782-83C31B5DB0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2830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F7D78C5-0953-8709-D005-615DFB394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E453A-A13D-4A84-8FA2-6C8295BEFE45}" type="datetimeFigureOut">
              <a:rPr lang="zh-CN" altLang="en-US" smtClean="0"/>
              <a:t>2026/2/26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AA3AD50-BE8F-B939-1AA1-F0483980F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A1EF3C-FF77-5B0E-D265-04FF0C663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ADDD0-1427-4C16-9782-83C31B5DB0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4165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757874-4662-4807-B6EE-CEA683237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A70762-E067-572E-91A2-ED479FB82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72F801E-5138-5FDC-5A07-155E16A21A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AF04142-5038-4B9D-9AA0-7788BE9F8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E453A-A13D-4A84-8FA2-6C8295BEFE45}" type="datetimeFigureOut">
              <a:rPr lang="zh-CN" altLang="en-US" smtClean="0"/>
              <a:t>2026/2/26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F4717B0-AEA5-0738-6A96-E1531B77E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8FC0038-F523-8EDB-10EE-DCD020502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ADDD0-1427-4C16-9782-83C31B5DB0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0489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3D56C0-29EC-59F6-DBA7-CFFBB3270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D1DFCB0-DC43-DA27-B4CD-4754C5C6D7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E0D7DEF-CEC3-F66D-D8B8-2E0A535943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897C3F-DB04-7667-4BDB-56D653F58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E453A-A13D-4A84-8FA2-6C8295BEFE45}" type="datetimeFigureOut">
              <a:rPr lang="zh-CN" altLang="en-US" smtClean="0"/>
              <a:t>2026/2/26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DA6151-8A57-52BA-ED7D-9A6AA7B10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617A65C-B103-8483-1479-C7CEF3801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ADDD0-1427-4C16-9782-83C31B5DB0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1289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6AE246-09C6-5AB9-D3DD-48FD16DF9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7B3C1F9-2816-8FC0-6323-882E703C8D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37A4C4-3B3B-003A-016C-B4771F4D1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E453A-A13D-4A84-8FA2-6C8295BEFE45}" type="datetimeFigureOut">
              <a:rPr lang="zh-CN" altLang="en-US" smtClean="0"/>
              <a:t>2026/2/26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4AB140-9873-2317-7DD1-60DA74332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455926-2ADA-7092-302F-21D2B2CEB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ADDD0-1427-4C16-9782-83C31B5DB0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7996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E138FC9-4488-BE0B-81A6-F3327B7C07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9796EE4-D5FF-FA51-7063-C94124F1A8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204C06-604D-0B04-5E04-7716F468F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E453A-A13D-4A84-8FA2-6C8295BEFE45}" type="datetimeFigureOut">
              <a:rPr lang="zh-CN" altLang="en-US" smtClean="0"/>
              <a:t>2026/2/26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2273A8-72D2-2232-A799-C9FD9CD0B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4207A5-0D6D-8D6F-E952-C92B47BD3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ADDD0-1427-4C16-9782-83C31B5DB0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868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1A8F71C-FD01-2BAC-AEAD-ACA9AD4CA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6CE7A7E-1260-557C-C0E0-FC35CFA856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799A6A-EDE0-AD02-8326-00FF5967CF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FE453A-A13D-4A84-8FA2-6C8295BEFE45}" type="datetimeFigureOut">
              <a:rPr lang="zh-CN" altLang="en-US" smtClean="0"/>
              <a:t>2026/2/26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BA67D7-B858-97C3-1BEB-E3E88C45D9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B327F3-C52C-4466-3FE7-1115067B32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4ADDD0-1427-4C16-9782-83C31B5DB0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791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748D3D6-B707-4849-0A07-C4C39C36BA8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0441" y="1392106"/>
            <a:ext cx="3348038" cy="5022057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F93088B7-3E1A-7DFC-67FA-49DAD18D5E1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2479" y="1066800"/>
            <a:ext cx="3420533" cy="5130800"/>
          </a:xfrm>
          <a:prstGeom prst="rect">
            <a:avLst/>
          </a:prstGeom>
        </p:spPr>
      </p:pic>
      <p:sp>
        <p:nvSpPr>
          <p:cNvPr id="29" name="椭圆 28">
            <a:extLst>
              <a:ext uri="{FF2B5EF4-FFF2-40B4-BE49-F238E27FC236}">
                <a16:creationId xmlns:a16="http://schemas.microsoft.com/office/drawing/2014/main" id="{17A5F61F-C977-5E01-374F-C374C77C1079}"/>
              </a:ext>
            </a:extLst>
          </p:cNvPr>
          <p:cNvSpPr/>
          <p:nvPr/>
        </p:nvSpPr>
        <p:spPr>
          <a:xfrm>
            <a:off x="2950000" y="1126067"/>
            <a:ext cx="118533" cy="11853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05CB3B5C-919B-49A9-B182-411A7B5998FE}"/>
              </a:ext>
            </a:extLst>
          </p:cNvPr>
          <p:cNvSpPr/>
          <p:nvPr/>
        </p:nvSpPr>
        <p:spPr>
          <a:xfrm>
            <a:off x="1828615" y="3466070"/>
            <a:ext cx="118533" cy="11853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F5296C46-9FEF-1AC7-E3E7-228EC2AECC83}"/>
              </a:ext>
            </a:extLst>
          </p:cNvPr>
          <p:cNvSpPr/>
          <p:nvPr/>
        </p:nvSpPr>
        <p:spPr>
          <a:xfrm>
            <a:off x="4250267" y="2032001"/>
            <a:ext cx="118533" cy="11853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7EA63B1F-5601-32CE-BE97-CD80599FE117}"/>
              </a:ext>
            </a:extLst>
          </p:cNvPr>
          <p:cNvSpPr/>
          <p:nvPr/>
        </p:nvSpPr>
        <p:spPr>
          <a:xfrm>
            <a:off x="4897173" y="3632200"/>
            <a:ext cx="118533" cy="11853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120E4FC5-30FF-EAD7-4E49-6F5240BD71CB}"/>
              </a:ext>
            </a:extLst>
          </p:cNvPr>
          <p:cNvSpPr/>
          <p:nvPr/>
        </p:nvSpPr>
        <p:spPr>
          <a:xfrm>
            <a:off x="5240867" y="5406627"/>
            <a:ext cx="118533" cy="11853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793F6230-A54F-E7C3-1BCE-17638496023C}"/>
              </a:ext>
            </a:extLst>
          </p:cNvPr>
          <p:cNvSpPr/>
          <p:nvPr/>
        </p:nvSpPr>
        <p:spPr>
          <a:xfrm>
            <a:off x="2950000" y="1972734"/>
            <a:ext cx="118533" cy="11853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4D3C1B14-05E4-A3BB-4CDF-3BC50ECE0148}"/>
              </a:ext>
            </a:extLst>
          </p:cNvPr>
          <p:cNvSpPr/>
          <p:nvPr/>
        </p:nvSpPr>
        <p:spPr>
          <a:xfrm>
            <a:off x="1862667" y="1706694"/>
            <a:ext cx="118533" cy="11853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006332B1-4AA7-2D2B-D882-EC8C384413E1}"/>
              </a:ext>
            </a:extLst>
          </p:cNvPr>
          <p:cNvSpPr txBox="1"/>
          <p:nvPr/>
        </p:nvSpPr>
        <p:spPr>
          <a:xfrm>
            <a:off x="4784460" y="1847335"/>
            <a:ext cx="591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H</a:t>
            </a:r>
            <a:endParaRPr lang="zh-CN" altLang="en-US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B3E08B34-6151-27E4-1908-C9BF36EB1069}"/>
              </a:ext>
            </a:extLst>
          </p:cNvPr>
          <p:cNvSpPr txBox="1"/>
          <p:nvPr/>
        </p:nvSpPr>
        <p:spPr>
          <a:xfrm>
            <a:off x="5207793" y="3566067"/>
            <a:ext cx="591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K</a:t>
            </a:r>
            <a:endParaRPr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337BFF3B-30BB-F0D6-AE7F-11E809010F08}"/>
              </a:ext>
            </a:extLst>
          </p:cNvPr>
          <p:cNvSpPr txBox="1"/>
          <p:nvPr/>
        </p:nvSpPr>
        <p:spPr>
          <a:xfrm>
            <a:off x="5613400" y="5062696"/>
            <a:ext cx="591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AD3A0C44-A1DB-1E41-F4C2-1EFADA4FECA9}"/>
              </a:ext>
            </a:extLst>
          </p:cNvPr>
          <p:cNvCxnSpPr/>
          <p:nvPr/>
        </p:nvCxnSpPr>
        <p:spPr>
          <a:xfrm>
            <a:off x="4309533" y="2150534"/>
            <a:ext cx="587640" cy="1481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7F579028-0567-1D5D-9EB1-E3250CBC08A5}"/>
              </a:ext>
            </a:extLst>
          </p:cNvPr>
          <p:cNvCxnSpPr>
            <a:cxnSpLocks/>
            <a:endCxn id="33" idx="0"/>
          </p:cNvCxnSpPr>
          <p:nvPr/>
        </p:nvCxnSpPr>
        <p:spPr>
          <a:xfrm>
            <a:off x="4975886" y="3684600"/>
            <a:ext cx="324248" cy="17220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2DACDD47-2869-9375-8383-C3592FFDD90B}"/>
              </a:ext>
            </a:extLst>
          </p:cNvPr>
          <p:cNvCxnSpPr>
            <a:cxnSpLocks/>
          </p:cNvCxnSpPr>
          <p:nvPr/>
        </p:nvCxnSpPr>
        <p:spPr>
          <a:xfrm>
            <a:off x="3054275" y="2032000"/>
            <a:ext cx="1136726" cy="173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8F83D3F7-B5AC-D8E2-3907-6749A594C9EE}"/>
              </a:ext>
            </a:extLst>
          </p:cNvPr>
          <p:cNvSpPr txBox="1"/>
          <p:nvPr/>
        </p:nvSpPr>
        <p:spPr>
          <a:xfrm>
            <a:off x="2438647" y="1844410"/>
            <a:ext cx="591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</a:t>
            </a:r>
            <a:endParaRPr lang="zh-CN" altLang="en-US" dirty="0"/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D9750414-D1AC-0F34-1FD1-F2975C49E3CB}"/>
              </a:ext>
            </a:extLst>
          </p:cNvPr>
          <p:cNvCxnSpPr>
            <a:cxnSpLocks/>
            <a:endCxn id="29" idx="4"/>
          </p:cNvCxnSpPr>
          <p:nvPr/>
        </p:nvCxnSpPr>
        <p:spPr>
          <a:xfrm flipV="1">
            <a:off x="3003234" y="1244600"/>
            <a:ext cx="6033" cy="804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3D4E0157-F5A6-701B-0DFF-DCA2CD182A23}"/>
              </a:ext>
            </a:extLst>
          </p:cNvPr>
          <p:cNvSpPr txBox="1"/>
          <p:nvPr/>
        </p:nvSpPr>
        <p:spPr>
          <a:xfrm>
            <a:off x="2606938" y="954716"/>
            <a:ext cx="591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</a:t>
            </a:r>
            <a:endParaRPr lang="zh-CN" altLang="en-US" dirty="0"/>
          </a:p>
        </p:txBody>
      </p: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4119C5C0-4993-4F14-CDA5-2897B21F28BE}"/>
              </a:ext>
            </a:extLst>
          </p:cNvPr>
          <p:cNvCxnSpPr>
            <a:cxnSpLocks/>
          </p:cNvCxnSpPr>
          <p:nvPr/>
        </p:nvCxnSpPr>
        <p:spPr>
          <a:xfrm flipH="1">
            <a:off x="2552304" y="2001706"/>
            <a:ext cx="439604" cy="7049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7419B703-3D27-0A0A-4774-D515B948F10F}"/>
              </a:ext>
            </a:extLst>
          </p:cNvPr>
          <p:cNvSpPr txBox="1"/>
          <p:nvPr/>
        </p:nvSpPr>
        <p:spPr>
          <a:xfrm>
            <a:off x="2202374" y="2186372"/>
            <a:ext cx="591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HS</a:t>
            </a:r>
            <a:endParaRPr lang="zh-CN" altLang="en-US" dirty="0"/>
          </a:p>
        </p:txBody>
      </p: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CD7A3B2D-149A-2BA0-7828-63EAB53A4317}"/>
              </a:ext>
            </a:extLst>
          </p:cNvPr>
          <p:cNvCxnSpPr>
            <a:cxnSpLocks/>
          </p:cNvCxnSpPr>
          <p:nvPr/>
        </p:nvCxnSpPr>
        <p:spPr>
          <a:xfrm flipV="1">
            <a:off x="3029726" y="1884494"/>
            <a:ext cx="669537" cy="88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4" name="图片 63" descr="穿内衣的女子&#10;&#10;AI 生成的内容可能不正确。">
            <a:extLst>
              <a:ext uri="{FF2B5EF4-FFF2-40B4-BE49-F238E27FC236}">
                <a16:creationId xmlns:a16="http://schemas.microsoft.com/office/drawing/2014/main" id="{A4CD4676-D151-FF70-2D4D-DA9538CD8D3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43" t="33827"/>
          <a:stretch>
            <a:fillRect/>
          </a:stretch>
        </p:blipFill>
        <p:spPr>
          <a:xfrm flipH="1">
            <a:off x="3659503" y="365669"/>
            <a:ext cx="1296936" cy="753106"/>
          </a:xfrm>
          <a:prstGeom prst="rect">
            <a:avLst/>
          </a:prstGeom>
        </p:spPr>
      </p:pic>
      <p:sp>
        <p:nvSpPr>
          <p:cNvPr id="65" name="文本框 64">
            <a:extLst>
              <a:ext uri="{FF2B5EF4-FFF2-40B4-BE49-F238E27FC236}">
                <a16:creationId xmlns:a16="http://schemas.microsoft.com/office/drawing/2014/main" id="{522FF8A0-81E5-36EB-B23C-B9B88ACEE23A}"/>
              </a:ext>
            </a:extLst>
          </p:cNvPr>
          <p:cNvSpPr txBox="1"/>
          <p:nvPr/>
        </p:nvSpPr>
        <p:spPr>
          <a:xfrm>
            <a:off x="4681583" y="2813508"/>
            <a:ext cx="591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Hk</a:t>
            </a:r>
            <a:endParaRPr lang="zh-CN" altLang="en-US" dirty="0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383DCB37-28B3-C1EA-8500-9DD7E14F58F4}"/>
              </a:ext>
            </a:extLst>
          </p:cNvPr>
          <p:cNvSpPr txBox="1"/>
          <p:nvPr/>
        </p:nvSpPr>
        <p:spPr>
          <a:xfrm>
            <a:off x="5240867" y="4544898"/>
            <a:ext cx="591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KA</a:t>
            </a:r>
            <a:endParaRPr lang="zh-CN" altLang="en-US" dirty="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43B5A44A-3EC5-2D9E-4272-BE2AB4846F0C}"/>
              </a:ext>
            </a:extLst>
          </p:cNvPr>
          <p:cNvSpPr txBox="1"/>
          <p:nvPr/>
        </p:nvSpPr>
        <p:spPr>
          <a:xfrm>
            <a:off x="3169707" y="1581294"/>
            <a:ext cx="591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h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89986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7064C32A-5A7B-DD79-80F5-AE565A0C6B38}"/>
              </a:ext>
            </a:extLst>
          </p:cNvPr>
          <p:cNvCxnSpPr>
            <a:cxnSpLocks/>
          </p:cNvCxnSpPr>
          <p:nvPr/>
        </p:nvCxnSpPr>
        <p:spPr>
          <a:xfrm>
            <a:off x="4443448" y="3018206"/>
            <a:ext cx="1809740" cy="8874"/>
          </a:xfrm>
          <a:prstGeom prst="straightConnector1">
            <a:avLst/>
          </a:prstGeom>
          <a:ln w="1270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7A46C82D-842A-D16D-AFB3-B2647A6A8D3A}"/>
              </a:ext>
            </a:extLst>
          </p:cNvPr>
          <p:cNvCxnSpPr>
            <a:cxnSpLocks/>
          </p:cNvCxnSpPr>
          <p:nvPr/>
        </p:nvCxnSpPr>
        <p:spPr>
          <a:xfrm flipH="1">
            <a:off x="3172879" y="3018206"/>
            <a:ext cx="1270569" cy="838079"/>
          </a:xfrm>
          <a:prstGeom prst="straightConnector1">
            <a:avLst/>
          </a:prstGeom>
          <a:ln w="1270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CA4C0BF1-8355-53C5-2C53-9AE64AE5503A}"/>
              </a:ext>
            </a:extLst>
          </p:cNvPr>
          <p:cNvCxnSpPr>
            <a:cxnSpLocks/>
          </p:cNvCxnSpPr>
          <p:nvPr/>
        </p:nvCxnSpPr>
        <p:spPr>
          <a:xfrm flipH="1" flipV="1">
            <a:off x="4445131" y="1722120"/>
            <a:ext cx="23398" cy="2209024"/>
          </a:xfrm>
          <a:prstGeom prst="straightConnector1">
            <a:avLst/>
          </a:prstGeom>
          <a:ln w="1270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AE9089ED-AD51-3C0C-E957-F837EACAD041}"/>
              </a:ext>
            </a:extLst>
          </p:cNvPr>
          <p:cNvSpPr txBox="1"/>
          <p:nvPr/>
        </p:nvSpPr>
        <p:spPr>
          <a:xfrm>
            <a:off x="4168190" y="1539200"/>
            <a:ext cx="311481" cy="302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9E886A33-DB99-2EA5-1DEE-BB6EA211F41B}"/>
              </a:ext>
            </a:extLst>
          </p:cNvPr>
          <p:cNvSpPr txBox="1"/>
          <p:nvPr/>
        </p:nvSpPr>
        <p:spPr>
          <a:xfrm>
            <a:off x="2919220" y="3585230"/>
            <a:ext cx="311481" cy="302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54891CC1-A4F3-B807-1911-CAFF6E46A855}"/>
              </a:ext>
            </a:extLst>
          </p:cNvPr>
          <p:cNvSpPr txBox="1"/>
          <p:nvPr/>
        </p:nvSpPr>
        <p:spPr>
          <a:xfrm>
            <a:off x="6080852" y="2715752"/>
            <a:ext cx="311481" cy="302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821A0824-A2D4-66E0-2C5E-5E4C3F93151D}"/>
              </a:ext>
            </a:extLst>
          </p:cNvPr>
          <p:cNvCxnSpPr>
            <a:cxnSpLocks/>
          </p:cNvCxnSpPr>
          <p:nvPr/>
        </p:nvCxnSpPr>
        <p:spPr>
          <a:xfrm flipH="1" flipV="1">
            <a:off x="3797307" y="3484088"/>
            <a:ext cx="1033007" cy="30132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4445ED75-D7AE-E224-B1E8-CB2968C288D0}"/>
              </a:ext>
            </a:extLst>
          </p:cNvPr>
          <p:cNvCxnSpPr>
            <a:cxnSpLocks/>
          </p:cNvCxnSpPr>
          <p:nvPr/>
        </p:nvCxnSpPr>
        <p:spPr>
          <a:xfrm flipH="1" flipV="1">
            <a:off x="3779471" y="4411632"/>
            <a:ext cx="1033007" cy="30132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D5153DC9-73DE-1164-017F-66F5FA6FB7AD}"/>
              </a:ext>
            </a:extLst>
          </p:cNvPr>
          <p:cNvCxnSpPr>
            <a:cxnSpLocks/>
          </p:cNvCxnSpPr>
          <p:nvPr/>
        </p:nvCxnSpPr>
        <p:spPr>
          <a:xfrm flipV="1">
            <a:off x="3766930" y="3918919"/>
            <a:ext cx="714482" cy="492712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AFD12F1B-A7F3-ACB6-6D96-C7C3BF5098AE}"/>
              </a:ext>
            </a:extLst>
          </p:cNvPr>
          <p:cNvCxnSpPr>
            <a:cxnSpLocks/>
          </p:cNvCxnSpPr>
          <p:nvPr/>
        </p:nvCxnSpPr>
        <p:spPr>
          <a:xfrm flipH="1" flipV="1">
            <a:off x="4848524" y="3491480"/>
            <a:ext cx="31966" cy="88958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CFB57F9B-EB90-9F81-32DC-72DDDEE4C175}"/>
              </a:ext>
            </a:extLst>
          </p:cNvPr>
          <p:cNvCxnSpPr>
            <a:cxnSpLocks/>
          </p:cNvCxnSpPr>
          <p:nvPr/>
        </p:nvCxnSpPr>
        <p:spPr>
          <a:xfrm flipV="1">
            <a:off x="3766930" y="3457843"/>
            <a:ext cx="0" cy="962638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F48B9460-0164-9CDD-ED20-3F5A77076C0E}"/>
              </a:ext>
            </a:extLst>
          </p:cNvPr>
          <p:cNvCxnSpPr>
            <a:cxnSpLocks/>
          </p:cNvCxnSpPr>
          <p:nvPr/>
        </p:nvCxnSpPr>
        <p:spPr>
          <a:xfrm flipV="1">
            <a:off x="5549562" y="3047683"/>
            <a:ext cx="0" cy="912789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椭圆 65">
            <a:extLst>
              <a:ext uri="{FF2B5EF4-FFF2-40B4-BE49-F238E27FC236}">
                <a16:creationId xmlns:a16="http://schemas.microsoft.com/office/drawing/2014/main" id="{39BE91FB-F1E2-CBC6-FFD7-2F6358339871}"/>
              </a:ext>
            </a:extLst>
          </p:cNvPr>
          <p:cNvSpPr/>
          <p:nvPr/>
        </p:nvSpPr>
        <p:spPr>
          <a:xfrm>
            <a:off x="4827182" y="4393291"/>
            <a:ext cx="71762" cy="717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椭圆 70">
            <a:extLst>
              <a:ext uri="{FF2B5EF4-FFF2-40B4-BE49-F238E27FC236}">
                <a16:creationId xmlns:a16="http://schemas.microsoft.com/office/drawing/2014/main" id="{E8C52B29-9317-CE99-71FF-29F952A76373}"/>
              </a:ext>
            </a:extLst>
          </p:cNvPr>
          <p:cNvSpPr/>
          <p:nvPr/>
        </p:nvSpPr>
        <p:spPr>
          <a:xfrm>
            <a:off x="4420923" y="2982243"/>
            <a:ext cx="71762" cy="717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弧形 73">
            <a:extLst>
              <a:ext uri="{FF2B5EF4-FFF2-40B4-BE49-F238E27FC236}">
                <a16:creationId xmlns:a16="http://schemas.microsoft.com/office/drawing/2014/main" id="{A1892283-0DB6-0C85-48E2-8C780BC45E2C}"/>
              </a:ext>
            </a:extLst>
          </p:cNvPr>
          <p:cNvSpPr/>
          <p:nvPr/>
        </p:nvSpPr>
        <p:spPr>
          <a:xfrm rot="6313350">
            <a:off x="4456034" y="3081399"/>
            <a:ext cx="333244" cy="333244"/>
          </a:xfrm>
          <a:prstGeom prst="arc">
            <a:avLst>
              <a:gd name="adj1" fmla="val 16545249"/>
              <a:gd name="adj2" fmla="val 21273666"/>
            </a:avLst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弧形 74">
            <a:extLst>
              <a:ext uri="{FF2B5EF4-FFF2-40B4-BE49-F238E27FC236}">
                <a16:creationId xmlns:a16="http://schemas.microsoft.com/office/drawing/2014/main" id="{CCFC3DAD-9575-1384-A4BF-B9FB95FB0226}"/>
              </a:ext>
            </a:extLst>
          </p:cNvPr>
          <p:cNvSpPr/>
          <p:nvPr/>
        </p:nvSpPr>
        <p:spPr>
          <a:xfrm rot="7422982">
            <a:off x="4351791" y="2940626"/>
            <a:ext cx="277527" cy="277527"/>
          </a:xfrm>
          <a:prstGeom prst="arc">
            <a:avLst>
              <a:gd name="adj1" fmla="val 16329475"/>
              <a:gd name="adj2" fmla="val 20376181"/>
            </a:avLst>
          </a:prstGeom>
          <a:ln w="127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F7B0EB8F-EBB9-AEC9-17C2-BBAB5E1241D9}"/>
              </a:ext>
            </a:extLst>
          </p:cNvPr>
          <p:cNvCxnSpPr>
            <a:cxnSpLocks/>
          </p:cNvCxnSpPr>
          <p:nvPr/>
        </p:nvCxnSpPr>
        <p:spPr>
          <a:xfrm flipH="1" flipV="1">
            <a:off x="4471675" y="3931144"/>
            <a:ext cx="1053113" cy="28134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45442732-6069-46F3-8B2E-DEEFDC8794A0}"/>
              </a:ext>
            </a:extLst>
          </p:cNvPr>
          <p:cNvCxnSpPr>
            <a:cxnSpLocks/>
            <a:endCxn id="66" idx="0"/>
          </p:cNvCxnSpPr>
          <p:nvPr/>
        </p:nvCxnSpPr>
        <p:spPr>
          <a:xfrm>
            <a:off x="4469604" y="3034300"/>
            <a:ext cx="393459" cy="1358991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5C74F705-F0EC-CEA2-08C8-955670A9104E}"/>
              </a:ext>
            </a:extLst>
          </p:cNvPr>
          <p:cNvCxnSpPr>
            <a:cxnSpLocks/>
          </p:cNvCxnSpPr>
          <p:nvPr/>
        </p:nvCxnSpPr>
        <p:spPr>
          <a:xfrm flipV="1">
            <a:off x="4835081" y="3019504"/>
            <a:ext cx="714482" cy="492712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直接连接符 83">
            <a:extLst>
              <a:ext uri="{FF2B5EF4-FFF2-40B4-BE49-F238E27FC236}">
                <a16:creationId xmlns:a16="http://schemas.microsoft.com/office/drawing/2014/main" id="{D09D9547-A580-562F-87CA-FC1A673A331C}"/>
              </a:ext>
            </a:extLst>
          </p:cNvPr>
          <p:cNvCxnSpPr>
            <a:cxnSpLocks/>
          </p:cNvCxnSpPr>
          <p:nvPr/>
        </p:nvCxnSpPr>
        <p:spPr>
          <a:xfrm flipV="1">
            <a:off x="4869738" y="3952745"/>
            <a:ext cx="714482" cy="492712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DD49FF8E-2D37-9A40-7EE2-C750E815D973}"/>
              </a:ext>
            </a:extLst>
          </p:cNvPr>
          <p:cNvCxnSpPr>
            <a:cxnSpLocks/>
            <a:stCxn id="71" idx="5"/>
          </p:cNvCxnSpPr>
          <p:nvPr/>
        </p:nvCxnSpPr>
        <p:spPr>
          <a:xfrm>
            <a:off x="4482176" y="3043496"/>
            <a:ext cx="1042612" cy="91697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1F2CF791-4D06-71AD-87C7-F418B79C09FC}"/>
                  </a:ext>
                </a:extLst>
              </p:cNvPr>
              <p:cNvSpPr txBox="1"/>
              <p:nvPr/>
            </p:nvSpPr>
            <p:spPr>
              <a:xfrm>
                <a:off x="4098751" y="3108755"/>
                <a:ext cx="311481" cy="3023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12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𝐻𝑅</m:t>
                          </m:r>
                        </m:sub>
                      </m:sSub>
                    </m:oMath>
                  </m:oMathPara>
                </a14:m>
                <a:endParaRPr lang="zh-CN" altLang="en-US" sz="120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1F2CF791-4D06-71AD-87C7-F418B79C09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8751" y="3108755"/>
                <a:ext cx="311481" cy="302372"/>
              </a:xfrm>
              <a:prstGeom prst="rect">
                <a:avLst/>
              </a:prstGeom>
              <a:blipFill>
                <a:blip r:embed="rId3"/>
                <a:stretch>
                  <a:fillRect r="-176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4B4BAA02-9D12-34B9-F552-A8F4F137F327}"/>
              </a:ext>
            </a:extLst>
          </p:cNvPr>
          <p:cNvCxnSpPr>
            <a:cxnSpLocks/>
          </p:cNvCxnSpPr>
          <p:nvPr/>
        </p:nvCxnSpPr>
        <p:spPr>
          <a:xfrm flipV="1">
            <a:off x="4488907" y="3020126"/>
            <a:ext cx="1426122" cy="9954"/>
          </a:xfrm>
          <a:prstGeom prst="line">
            <a:avLst/>
          </a:prstGeom>
          <a:ln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5E3E16D5-D873-39B5-232C-D30BD525EBEF}"/>
                  </a:ext>
                </a:extLst>
              </p:cNvPr>
              <p:cNvSpPr txBox="1"/>
              <p:nvPr/>
            </p:nvSpPr>
            <p:spPr>
              <a:xfrm>
                <a:off x="5664683" y="2698331"/>
                <a:ext cx="287091" cy="3359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5E3E16D5-D873-39B5-232C-D30BD525EB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4683" y="2698331"/>
                <a:ext cx="287091" cy="3359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" name="文本框 108">
            <a:extLst>
              <a:ext uri="{FF2B5EF4-FFF2-40B4-BE49-F238E27FC236}">
                <a16:creationId xmlns:a16="http://schemas.microsoft.com/office/drawing/2014/main" id="{B84136CA-BFE8-4FDC-BCB6-9DC37852ADEC}"/>
              </a:ext>
            </a:extLst>
          </p:cNvPr>
          <p:cNvSpPr txBox="1"/>
          <p:nvPr/>
        </p:nvSpPr>
        <p:spPr>
          <a:xfrm>
            <a:off x="4168190" y="2751634"/>
            <a:ext cx="398868" cy="302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18F8AD53-2E96-BFA9-669C-E8388B4B1D53}"/>
              </a:ext>
            </a:extLst>
          </p:cNvPr>
          <p:cNvSpPr txBox="1"/>
          <p:nvPr/>
        </p:nvSpPr>
        <p:spPr>
          <a:xfrm>
            <a:off x="4842713" y="4346471"/>
            <a:ext cx="398868" cy="302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93568C0-0E6D-DBA4-2E21-AE808ABABAE9}"/>
                  </a:ext>
                </a:extLst>
              </p:cNvPr>
              <p:cNvSpPr txBox="1"/>
              <p:nvPr/>
            </p:nvSpPr>
            <p:spPr>
              <a:xfrm>
                <a:off x="4679154" y="3039110"/>
                <a:ext cx="311481" cy="3023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smtClean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 smtClean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1200" b="0" i="1" smtClean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𝐻𝑃</m:t>
                          </m:r>
                        </m:sub>
                      </m:sSub>
                    </m:oMath>
                  </m:oMathPara>
                </a14:m>
                <a:endParaRPr lang="zh-CN" altLang="en-US" sz="120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93568C0-0E6D-DBA4-2E21-AE808ABABA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9154" y="3039110"/>
                <a:ext cx="311481" cy="302372"/>
              </a:xfrm>
              <a:prstGeom prst="rect">
                <a:avLst/>
              </a:prstGeom>
              <a:blipFill>
                <a:blip r:embed="rId5"/>
                <a:stretch>
                  <a:fillRect r="-176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3358A67A-C7C9-4738-0F97-2B3AFC9476D6}"/>
                  </a:ext>
                </a:extLst>
              </p:cNvPr>
              <p:cNvSpPr txBox="1"/>
              <p:nvPr/>
            </p:nvSpPr>
            <p:spPr>
              <a:xfrm>
                <a:off x="4360982" y="3874478"/>
                <a:ext cx="39886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𝐻𝐾</m:t>
                          </m:r>
                        </m:sub>
                      </m:sSub>
                    </m:oMath>
                  </m:oMathPara>
                </a14:m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3358A67A-C7C9-4738-0F97-2B3AFC9476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0982" y="3874478"/>
                <a:ext cx="398868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10C44797-42C7-3EFA-F07D-8C490AB2CE96}"/>
              </a:ext>
            </a:extLst>
          </p:cNvPr>
          <p:cNvCxnSpPr>
            <a:cxnSpLocks/>
          </p:cNvCxnSpPr>
          <p:nvPr/>
        </p:nvCxnSpPr>
        <p:spPr>
          <a:xfrm flipH="1">
            <a:off x="4080009" y="4454490"/>
            <a:ext cx="771617" cy="853122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2365E851-D749-0D8E-0891-6B9169363208}"/>
              </a:ext>
            </a:extLst>
          </p:cNvPr>
          <p:cNvSpPr txBox="1"/>
          <p:nvPr/>
        </p:nvSpPr>
        <p:spPr>
          <a:xfrm>
            <a:off x="4022212" y="5217625"/>
            <a:ext cx="398868" cy="302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CEF066C3-9837-A971-BAEC-9B05D2224DB6}"/>
              </a:ext>
            </a:extLst>
          </p:cNvPr>
          <p:cNvSpPr/>
          <p:nvPr/>
        </p:nvSpPr>
        <p:spPr>
          <a:xfrm>
            <a:off x="4022212" y="5282616"/>
            <a:ext cx="71762" cy="717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弧形 11">
            <a:extLst>
              <a:ext uri="{FF2B5EF4-FFF2-40B4-BE49-F238E27FC236}">
                <a16:creationId xmlns:a16="http://schemas.microsoft.com/office/drawing/2014/main" id="{911AD894-8902-78D4-801D-3B4FF7CC887A}"/>
              </a:ext>
            </a:extLst>
          </p:cNvPr>
          <p:cNvSpPr/>
          <p:nvPr/>
        </p:nvSpPr>
        <p:spPr>
          <a:xfrm rot="6313350">
            <a:off x="4715551" y="4250050"/>
            <a:ext cx="333244" cy="333244"/>
          </a:xfrm>
          <a:prstGeom prst="arc">
            <a:avLst>
              <a:gd name="adj1" fmla="val 1592876"/>
              <a:gd name="adj2" fmla="val 8650835"/>
            </a:avLst>
          </a:prstGeom>
          <a:ln w="12700">
            <a:solidFill>
              <a:srgbClr val="193C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4CB03504-32BD-AE43-4B21-E0F8D93DAC9F}"/>
                  </a:ext>
                </a:extLst>
              </p:cNvPr>
              <p:cNvSpPr txBox="1"/>
              <p:nvPr/>
            </p:nvSpPr>
            <p:spPr>
              <a:xfrm>
                <a:off x="3934064" y="4757706"/>
                <a:ext cx="39886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𝐾𝐴</m:t>
                          </m:r>
                        </m:sub>
                      </m:sSub>
                    </m:oMath>
                  </m:oMathPara>
                </a14:m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4CB03504-32BD-AE43-4B21-E0F8D93DAC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4064" y="4757706"/>
                <a:ext cx="398868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E8FC7357-2FC4-469B-45C3-A172E59AE3C2}"/>
                  </a:ext>
                </a:extLst>
              </p:cNvPr>
              <p:cNvSpPr txBox="1"/>
              <p:nvPr/>
            </p:nvSpPr>
            <p:spPr>
              <a:xfrm>
                <a:off x="4399179" y="4172723"/>
                <a:ext cx="311481" cy="3023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smtClean="0">
                              <a:solidFill>
                                <a:srgbClr val="193C96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 smtClean="0">
                              <a:solidFill>
                                <a:srgbClr val="193C96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1200" b="0" i="1" smtClean="0">
                              <a:solidFill>
                                <a:srgbClr val="193C96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𝐾</m:t>
                          </m:r>
                        </m:sub>
                      </m:sSub>
                    </m:oMath>
                  </m:oMathPara>
                </a14:m>
                <a:endParaRPr lang="zh-CN" altLang="en-US" sz="120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E8FC7357-2FC4-469B-45C3-A172E59AE3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9179" y="4172723"/>
                <a:ext cx="311481" cy="30237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554E5B05-EA9C-CE75-6723-083EB3B62A1C}"/>
              </a:ext>
            </a:extLst>
          </p:cNvPr>
          <p:cNvCxnSpPr>
            <a:cxnSpLocks/>
          </p:cNvCxnSpPr>
          <p:nvPr/>
        </p:nvCxnSpPr>
        <p:spPr>
          <a:xfrm flipH="1">
            <a:off x="3440752" y="3013797"/>
            <a:ext cx="1003818" cy="662186"/>
          </a:xfrm>
          <a:prstGeom prst="line">
            <a:avLst/>
          </a:prstGeom>
          <a:ln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3D825326-20F2-1105-EEDC-4F34858F6143}"/>
                  </a:ext>
                </a:extLst>
              </p:cNvPr>
              <p:cNvSpPr txBox="1"/>
              <p:nvPr/>
            </p:nvSpPr>
            <p:spPr>
              <a:xfrm>
                <a:off x="3299130" y="3259941"/>
                <a:ext cx="39886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𝐻𝑃</m:t>
                          </m:r>
                        </m:sub>
                      </m:sSub>
                    </m:oMath>
                  </m:oMathPara>
                </a14:m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3D825326-20F2-1105-EEDC-4F34858F61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9130" y="3259941"/>
                <a:ext cx="398868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2002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包含 船, 游戏机, 小, 大&#10;&#10;AI 生成的内容可能不正确。">
            <a:extLst>
              <a:ext uri="{FF2B5EF4-FFF2-40B4-BE49-F238E27FC236}">
                <a16:creationId xmlns:a16="http://schemas.microsoft.com/office/drawing/2014/main" id="{5779BE81-E91D-118B-3324-0E7AC121B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297" y="1766888"/>
            <a:ext cx="3188378" cy="2102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943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组合 55">
            <a:extLst>
              <a:ext uri="{FF2B5EF4-FFF2-40B4-BE49-F238E27FC236}">
                <a16:creationId xmlns:a16="http://schemas.microsoft.com/office/drawing/2014/main" id="{374E3F61-C952-8508-D5FE-2ACC01A29600}"/>
              </a:ext>
            </a:extLst>
          </p:cNvPr>
          <p:cNvGrpSpPr/>
          <p:nvPr/>
        </p:nvGrpSpPr>
        <p:grpSpPr>
          <a:xfrm>
            <a:off x="4516435" y="694944"/>
            <a:ext cx="2005789" cy="4695444"/>
            <a:chOff x="1782379" y="740664"/>
            <a:chExt cx="2005789" cy="4695444"/>
          </a:xfrm>
        </p:grpSpPr>
        <p:pic>
          <p:nvPicPr>
            <p:cNvPr id="112" name="图片 111">
              <a:extLst>
                <a:ext uri="{FF2B5EF4-FFF2-40B4-BE49-F238E27FC236}">
                  <a16:creationId xmlns:a16="http://schemas.microsoft.com/office/drawing/2014/main" id="{76858D38-5AD0-BED4-AA44-748159F3CE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589" t="7146" r="22217" b="10970"/>
            <a:stretch>
              <a:fillRect/>
            </a:stretch>
          </p:blipFill>
          <p:spPr>
            <a:xfrm>
              <a:off x="1782379" y="740664"/>
              <a:ext cx="1995354" cy="4695444"/>
            </a:xfrm>
            <a:prstGeom prst="rect">
              <a:avLst/>
            </a:prstGeom>
          </p:spPr>
        </p:pic>
        <p:sp>
          <p:nvSpPr>
            <p:cNvPr id="113" name="椭圆 112">
              <a:extLst>
                <a:ext uri="{FF2B5EF4-FFF2-40B4-BE49-F238E27FC236}">
                  <a16:creationId xmlns:a16="http://schemas.microsoft.com/office/drawing/2014/main" id="{E9AB4F24-4C7A-E984-66B3-E1C83E5F9B19}"/>
                </a:ext>
              </a:extLst>
            </p:cNvPr>
            <p:cNvSpPr/>
            <p:nvPr/>
          </p:nvSpPr>
          <p:spPr>
            <a:xfrm>
              <a:off x="2740481" y="2579787"/>
              <a:ext cx="68814" cy="68814"/>
            </a:xfrm>
            <a:prstGeom prst="ellipse">
              <a:avLst/>
            </a:prstGeom>
            <a:solidFill>
              <a:srgbClr val="193C9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4" name="椭圆 113">
              <a:extLst>
                <a:ext uri="{FF2B5EF4-FFF2-40B4-BE49-F238E27FC236}">
                  <a16:creationId xmlns:a16="http://schemas.microsoft.com/office/drawing/2014/main" id="{DB62CCF0-3960-4B50-E579-865FEF13CDDB}"/>
                </a:ext>
              </a:extLst>
            </p:cNvPr>
            <p:cNvSpPr/>
            <p:nvPr/>
          </p:nvSpPr>
          <p:spPr>
            <a:xfrm>
              <a:off x="2986296" y="2933657"/>
              <a:ext cx="68814" cy="68814"/>
            </a:xfrm>
            <a:prstGeom prst="ellipse">
              <a:avLst/>
            </a:prstGeom>
            <a:solidFill>
              <a:srgbClr val="193C9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5" name="椭圆 114">
              <a:extLst>
                <a:ext uri="{FF2B5EF4-FFF2-40B4-BE49-F238E27FC236}">
                  <a16:creationId xmlns:a16="http://schemas.microsoft.com/office/drawing/2014/main" id="{FB28551D-83EF-5587-7D50-303DCD603F94}"/>
                </a:ext>
              </a:extLst>
            </p:cNvPr>
            <p:cNvSpPr/>
            <p:nvPr/>
          </p:nvSpPr>
          <p:spPr>
            <a:xfrm>
              <a:off x="2738293" y="2930115"/>
              <a:ext cx="68814" cy="68814"/>
            </a:xfrm>
            <a:prstGeom prst="ellipse">
              <a:avLst/>
            </a:prstGeom>
            <a:solidFill>
              <a:srgbClr val="193C9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6" name="椭圆 115">
              <a:extLst>
                <a:ext uri="{FF2B5EF4-FFF2-40B4-BE49-F238E27FC236}">
                  <a16:creationId xmlns:a16="http://schemas.microsoft.com/office/drawing/2014/main" id="{1287AEE0-0BD6-8625-9DD5-0F9D46D4277C}"/>
                </a:ext>
              </a:extLst>
            </p:cNvPr>
            <p:cNvSpPr/>
            <p:nvPr/>
          </p:nvSpPr>
          <p:spPr>
            <a:xfrm>
              <a:off x="2956169" y="3838806"/>
              <a:ext cx="68814" cy="68814"/>
            </a:xfrm>
            <a:prstGeom prst="ellipse">
              <a:avLst/>
            </a:prstGeom>
            <a:solidFill>
              <a:srgbClr val="193C9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" name="椭圆 116">
              <a:extLst>
                <a:ext uri="{FF2B5EF4-FFF2-40B4-BE49-F238E27FC236}">
                  <a16:creationId xmlns:a16="http://schemas.microsoft.com/office/drawing/2014/main" id="{0660DCBE-6950-1E58-C884-A6C785578567}"/>
                </a:ext>
              </a:extLst>
            </p:cNvPr>
            <p:cNvSpPr/>
            <p:nvPr/>
          </p:nvSpPr>
          <p:spPr>
            <a:xfrm>
              <a:off x="2956169" y="4828522"/>
              <a:ext cx="68814" cy="68814"/>
            </a:xfrm>
            <a:prstGeom prst="ellipse">
              <a:avLst/>
            </a:prstGeom>
            <a:solidFill>
              <a:srgbClr val="193C9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" name="椭圆 117">
              <a:extLst>
                <a:ext uri="{FF2B5EF4-FFF2-40B4-BE49-F238E27FC236}">
                  <a16:creationId xmlns:a16="http://schemas.microsoft.com/office/drawing/2014/main" id="{7E760EEA-E415-AB7C-131F-BE99F1A1AAA5}"/>
                </a:ext>
              </a:extLst>
            </p:cNvPr>
            <p:cNvSpPr/>
            <p:nvPr/>
          </p:nvSpPr>
          <p:spPr>
            <a:xfrm>
              <a:off x="3094853" y="1724134"/>
              <a:ext cx="68814" cy="68814"/>
            </a:xfrm>
            <a:prstGeom prst="ellipse">
              <a:avLst/>
            </a:prstGeom>
            <a:solidFill>
              <a:srgbClr val="193C9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" name="椭圆 118">
              <a:extLst>
                <a:ext uri="{FF2B5EF4-FFF2-40B4-BE49-F238E27FC236}">
                  <a16:creationId xmlns:a16="http://schemas.microsoft.com/office/drawing/2014/main" id="{6AE9D675-BFC1-40AA-D710-37F12742A095}"/>
                </a:ext>
              </a:extLst>
            </p:cNvPr>
            <p:cNvSpPr/>
            <p:nvPr/>
          </p:nvSpPr>
          <p:spPr>
            <a:xfrm>
              <a:off x="3259445" y="2411298"/>
              <a:ext cx="68814" cy="68814"/>
            </a:xfrm>
            <a:prstGeom prst="ellipse">
              <a:avLst/>
            </a:prstGeom>
            <a:solidFill>
              <a:srgbClr val="193C9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0" name="椭圆 119">
              <a:extLst>
                <a:ext uri="{FF2B5EF4-FFF2-40B4-BE49-F238E27FC236}">
                  <a16:creationId xmlns:a16="http://schemas.microsoft.com/office/drawing/2014/main" id="{6060D6CE-67B0-E3F4-1086-8A45CB1A0555}"/>
                </a:ext>
              </a:extLst>
            </p:cNvPr>
            <p:cNvSpPr/>
            <p:nvPr/>
          </p:nvSpPr>
          <p:spPr>
            <a:xfrm>
              <a:off x="3364391" y="2934439"/>
              <a:ext cx="68814" cy="68814"/>
            </a:xfrm>
            <a:prstGeom prst="ellipse">
              <a:avLst/>
            </a:prstGeom>
            <a:solidFill>
              <a:srgbClr val="193C9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" name="文本框 120">
              <a:extLst>
                <a:ext uri="{FF2B5EF4-FFF2-40B4-BE49-F238E27FC236}">
                  <a16:creationId xmlns:a16="http://schemas.microsoft.com/office/drawing/2014/main" id="{1EE6F230-0973-36E4-82C3-F529D395A90E}"/>
                </a:ext>
              </a:extLst>
            </p:cNvPr>
            <p:cNvSpPr txBox="1"/>
            <p:nvPr/>
          </p:nvSpPr>
          <p:spPr>
            <a:xfrm>
              <a:off x="3422770" y="2811387"/>
              <a:ext cx="3653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solidFill>
                    <a:srgbClr val="193C9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</a:t>
              </a:r>
              <a:endParaRPr lang="zh-CN" altLang="en-US" sz="1200" dirty="0">
                <a:solidFill>
                  <a:srgbClr val="193C96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" name="文本框 122">
              <a:extLst>
                <a:ext uri="{FF2B5EF4-FFF2-40B4-BE49-F238E27FC236}">
                  <a16:creationId xmlns:a16="http://schemas.microsoft.com/office/drawing/2014/main" id="{FC31E39E-5F61-0F31-72CD-2A3E229F1931}"/>
                </a:ext>
              </a:extLst>
            </p:cNvPr>
            <p:cNvSpPr txBox="1"/>
            <p:nvPr/>
          </p:nvSpPr>
          <p:spPr>
            <a:xfrm>
              <a:off x="3232067" y="1574292"/>
              <a:ext cx="3653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solidFill>
                    <a:srgbClr val="193C9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zh-CN" altLang="en-US" sz="1200" dirty="0">
                <a:solidFill>
                  <a:srgbClr val="193C96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4" name="文本框 123">
              <a:extLst>
                <a:ext uri="{FF2B5EF4-FFF2-40B4-BE49-F238E27FC236}">
                  <a16:creationId xmlns:a16="http://schemas.microsoft.com/office/drawing/2014/main" id="{3EC5B7D7-69B1-4C01-D9E2-9AF8A0BC9D06}"/>
                </a:ext>
              </a:extLst>
            </p:cNvPr>
            <p:cNvSpPr txBox="1"/>
            <p:nvPr/>
          </p:nvSpPr>
          <p:spPr>
            <a:xfrm>
              <a:off x="3364391" y="2250283"/>
              <a:ext cx="3653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solidFill>
                    <a:srgbClr val="193C9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CN" altLang="en-US" sz="1200" dirty="0">
                <a:solidFill>
                  <a:srgbClr val="193C96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25328F89-09FA-6016-C2BC-56E84BC21B38}"/>
                </a:ext>
              </a:extLst>
            </p:cNvPr>
            <p:cNvSpPr txBox="1"/>
            <p:nvPr/>
          </p:nvSpPr>
          <p:spPr>
            <a:xfrm>
              <a:off x="3033400" y="2923006"/>
              <a:ext cx="3653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solidFill>
                    <a:srgbClr val="193C9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endParaRPr lang="zh-CN" altLang="en-US" sz="1200" dirty="0">
                <a:solidFill>
                  <a:srgbClr val="193C96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6" name="文本框 125">
              <a:extLst>
                <a:ext uri="{FF2B5EF4-FFF2-40B4-BE49-F238E27FC236}">
                  <a16:creationId xmlns:a16="http://schemas.microsoft.com/office/drawing/2014/main" id="{15A5F961-56AC-C549-3BF0-4AE1B10A5023}"/>
                </a:ext>
              </a:extLst>
            </p:cNvPr>
            <p:cNvSpPr txBox="1"/>
            <p:nvPr/>
          </p:nvSpPr>
          <p:spPr>
            <a:xfrm>
              <a:off x="3014745" y="3697933"/>
              <a:ext cx="3653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solidFill>
                    <a:srgbClr val="193C9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endParaRPr lang="zh-CN" altLang="en-US" sz="1200" dirty="0">
                <a:solidFill>
                  <a:srgbClr val="193C96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7" name="文本框 126">
              <a:extLst>
                <a:ext uri="{FF2B5EF4-FFF2-40B4-BE49-F238E27FC236}">
                  <a16:creationId xmlns:a16="http://schemas.microsoft.com/office/drawing/2014/main" id="{25EFE498-DFF5-84C6-B71A-C0D073CC25B8}"/>
                </a:ext>
              </a:extLst>
            </p:cNvPr>
            <p:cNvSpPr txBox="1"/>
            <p:nvPr/>
          </p:nvSpPr>
          <p:spPr>
            <a:xfrm>
              <a:off x="3023325" y="4720275"/>
              <a:ext cx="3653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solidFill>
                    <a:srgbClr val="193C9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sz="1200" dirty="0">
                <a:solidFill>
                  <a:srgbClr val="193C96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id="{186F7558-14A3-3218-984B-2D66318F55F7}"/>
                </a:ext>
              </a:extLst>
            </p:cNvPr>
            <p:cNvSpPr txBox="1"/>
            <p:nvPr/>
          </p:nvSpPr>
          <p:spPr>
            <a:xfrm>
              <a:off x="2488950" y="2797690"/>
              <a:ext cx="3653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solidFill>
                    <a:srgbClr val="193C9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endParaRPr lang="zh-CN" altLang="en-US" sz="1200" dirty="0">
                <a:solidFill>
                  <a:srgbClr val="193C96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9" name="文本框 128">
              <a:extLst>
                <a:ext uri="{FF2B5EF4-FFF2-40B4-BE49-F238E27FC236}">
                  <a16:creationId xmlns:a16="http://schemas.microsoft.com/office/drawing/2014/main" id="{435E1B39-F501-49B2-CB6E-B86B8DCF4F2B}"/>
                </a:ext>
              </a:extLst>
            </p:cNvPr>
            <p:cNvSpPr txBox="1"/>
            <p:nvPr/>
          </p:nvSpPr>
          <p:spPr>
            <a:xfrm>
              <a:off x="2471171" y="2473804"/>
              <a:ext cx="3653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solidFill>
                    <a:srgbClr val="193C9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endParaRPr lang="zh-CN" altLang="en-US" sz="1200" dirty="0">
                <a:solidFill>
                  <a:srgbClr val="193C96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13853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529</TotalTime>
  <Words>31</Words>
  <Application>Microsoft Office PowerPoint</Application>
  <PresentationFormat>宽屏</PresentationFormat>
  <Paragraphs>31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等线 Light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空 天</dc:creator>
  <cp:lastModifiedBy>空 天</cp:lastModifiedBy>
  <cp:revision>32</cp:revision>
  <dcterms:created xsi:type="dcterms:W3CDTF">2026-02-25T09:18:17Z</dcterms:created>
  <dcterms:modified xsi:type="dcterms:W3CDTF">2026-02-26T06:20:20Z</dcterms:modified>
</cp:coreProperties>
</file>