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395922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1" userDrawn="1">
          <p15:clr>
            <a:srgbClr val="A4A3A4"/>
          </p15:clr>
        </p15:guide>
        <p15:guide id="2" pos="12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576" y="1944"/>
      </p:cViewPr>
      <p:guideLst>
        <p:guide orient="horz" pos="1361"/>
        <p:guide pos="12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942" y="706933"/>
            <a:ext cx="3365341" cy="1503857"/>
          </a:xfrm>
        </p:spPr>
        <p:txBody>
          <a:bodyPr anchor="b"/>
          <a:lstStyle>
            <a:lvl1pPr algn="ctr">
              <a:defRPr sz="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903" y="2268784"/>
            <a:ext cx="2969419" cy="1042900"/>
          </a:xfrm>
        </p:spPr>
        <p:txBody>
          <a:bodyPr/>
          <a:lstStyle>
            <a:lvl1pPr marL="0" indent="0" algn="ctr">
              <a:buNone/>
              <a:defRPr sz="1039"/>
            </a:lvl1pPr>
            <a:lvl2pPr marL="197968" indent="0" algn="ctr">
              <a:buNone/>
              <a:defRPr sz="866"/>
            </a:lvl2pPr>
            <a:lvl3pPr marL="395935" indent="0" algn="ctr">
              <a:buNone/>
              <a:defRPr sz="779"/>
            </a:lvl3pPr>
            <a:lvl4pPr marL="593903" indent="0" algn="ctr">
              <a:buNone/>
              <a:defRPr sz="693"/>
            </a:lvl4pPr>
            <a:lvl5pPr marL="791870" indent="0" algn="ctr">
              <a:buNone/>
              <a:defRPr sz="693"/>
            </a:lvl5pPr>
            <a:lvl6pPr marL="989838" indent="0" algn="ctr">
              <a:buNone/>
              <a:defRPr sz="693"/>
            </a:lvl6pPr>
            <a:lvl7pPr marL="1187806" indent="0" algn="ctr">
              <a:buNone/>
              <a:defRPr sz="693"/>
            </a:lvl7pPr>
            <a:lvl8pPr marL="1385773" indent="0" algn="ctr">
              <a:buNone/>
              <a:defRPr sz="693"/>
            </a:lvl8pPr>
            <a:lvl9pPr marL="1583741" indent="0" algn="ctr">
              <a:buNone/>
              <a:defRPr sz="69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35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59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5" y="1076899"/>
            <a:ext cx="3414832" cy="1796828"/>
          </a:xfrm>
        </p:spPr>
        <p:txBody>
          <a:bodyPr anchor="b"/>
          <a:lstStyle>
            <a:lvl1pPr>
              <a:defRPr sz="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135" y="2890725"/>
            <a:ext cx="3414832" cy="944910"/>
          </a:xfrm>
        </p:spPr>
        <p:txBody>
          <a:bodyPr/>
          <a:lstStyle>
            <a:lvl1pPr marL="0" indent="0">
              <a:buNone/>
              <a:defRPr sz="1039">
                <a:solidFill>
                  <a:schemeClr val="tx1"/>
                </a:solidFill>
              </a:defRPr>
            </a:lvl1pPr>
            <a:lvl2pPr marL="197968" indent="0">
              <a:buNone/>
              <a:defRPr sz="866">
                <a:solidFill>
                  <a:schemeClr val="tx1">
                    <a:tint val="75000"/>
                  </a:schemeClr>
                </a:solidFill>
              </a:defRPr>
            </a:lvl2pPr>
            <a:lvl3pPr marL="395935" indent="0">
              <a:buNone/>
              <a:defRPr sz="779">
                <a:solidFill>
                  <a:schemeClr val="tx1">
                    <a:tint val="75000"/>
                  </a:schemeClr>
                </a:solidFill>
              </a:defRPr>
            </a:lvl3pPr>
            <a:lvl4pPr marL="593903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4pPr>
            <a:lvl5pPr marL="791870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5pPr>
            <a:lvl6pPr marL="989838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6pPr>
            <a:lvl7pPr marL="1187806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7pPr>
            <a:lvl8pPr marL="1385773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8pPr>
            <a:lvl9pPr marL="1583741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02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197" y="1149890"/>
            <a:ext cx="1682671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4357" y="1149890"/>
            <a:ext cx="1682671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70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229979"/>
            <a:ext cx="3414832" cy="834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713" y="1058899"/>
            <a:ext cx="1674937" cy="518950"/>
          </a:xfrm>
        </p:spPr>
        <p:txBody>
          <a:bodyPr anchor="b"/>
          <a:lstStyle>
            <a:lvl1pPr marL="0" indent="0">
              <a:buNone/>
              <a:defRPr sz="1039" b="1"/>
            </a:lvl1pPr>
            <a:lvl2pPr marL="197968" indent="0">
              <a:buNone/>
              <a:defRPr sz="866" b="1"/>
            </a:lvl2pPr>
            <a:lvl3pPr marL="395935" indent="0">
              <a:buNone/>
              <a:defRPr sz="779" b="1"/>
            </a:lvl3pPr>
            <a:lvl4pPr marL="593903" indent="0">
              <a:buNone/>
              <a:defRPr sz="693" b="1"/>
            </a:lvl4pPr>
            <a:lvl5pPr marL="791870" indent="0">
              <a:buNone/>
              <a:defRPr sz="693" b="1"/>
            </a:lvl5pPr>
            <a:lvl6pPr marL="989838" indent="0">
              <a:buNone/>
              <a:defRPr sz="693" b="1"/>
            </a:lvl6pPr>
            <a:lvl7pPr marL="1187806" indent="0">
              <a:buNone/>
              <a:defRPr sz="693" b="1"/>
            </a:lvl7pPr>
            <a:lvl8pPr marL="1385773" indent="0">
              <a:buNone/>
              <a:defRPr sz="693" b="1"/>
            </a:lvl8pPr>
            <a:lvl9pPr marL="1583741" indent="0">
              <a:buNone/>
              <a:defRPr sz="69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713" y="1577849"/>
            <a:ext cx="1674937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4358" y="1058899"/>
            <a:ext cx="1683186" cy="518950"/>
          </a:xfrm>
        </p:spPr>
        <p:txBody>
          <a:bodyPr anchor="b"/>
          <a:lstStyle>
            <a:lvl1pPr marL="0" indent="0">
              <a:buNone/>
              <a:defRPr sz="1039" b="1"/>
            </a:lvl1pPr>
            <a:lvl2pPr marL="197968" indent="0">
              <a:buNone/>
              <a:defRPr sz="866" b="1"/>
            </a:lvl2pPr>
            <a:lvl3pPr marL="395935" indent="0">
              <a:buNone/>
              <a:defRPr sz="779" b="1"/>
            </a:lvl3pPr>
            <a:lvl4pPr marL="593903" indent="0">
              <a:buNone/>
              <a:defRPr sz="693" b="1"/>
            </a:lvl4pPr>
            <a:lvl5pPr marL="791870" indent="0">
              <a:buNone/>
              <a:defRPr sz="693" b="1"/>
            </a:lvl5pPr>
            <a:lvl6pPr marL="989838" indent="0">
              <a:buNone/>
              <a:defRPr sz="693" b="1"/>
            </a:lvl6pPr>
            <a:lvl7pPr marL="1187806" indent="0">
              <a:buNone/>
              <a:defRPr sz="693" b="1"/>
            </a:lvl7pPr>
            <a:lvl8pPr marL="1385773" indent="0">
              <a:buNone/>
              <a:defRPr sz="693" b="1"/>
            </a:lvl8pPr>
            <a:lvl9pPr marL="1583741" indent="0">
              <a:buNone/>
              <a:defRPr sz="69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4358" y="1577849"/>
            <a:ext cx="1683186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13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24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8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287972"/>
            <a:ext cx="1276953" cy="1007904"/>
          </a:xfrm>
        </p:spPr>
        <p:txBody>
          <a:bodyPr anchor="b"/>
          <a:lstStyle>
            <a:lvl1pPr>
              <a:defRPr sz="13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186" y="621942"/>
            <a:ext cx="2004358" cy="3069707"/>
          </a:xfrm>
        </p:spPr>
        <p:txBody>
          <a:bodyPr/>
          <a:lstStyle>
            <a:lvl1pPr>
              <a:defRPr sz="1386"/>
            </a:lvl1pPr>
            <a:lvl2pPr>
              <a:defRPr sz="1212"/>
            </a:lvl2pPr>
            <a:lvl3pPr>
              <a:defRPr sz="1039"/>
            </a:lvl3pPr>
            <a:lvl4pPr>
              <a:defRPr sz="866"/>
            </a:lvl4pPr>
            <a:lvl5pPr>
              <a:defRPr sz="866"/>
            </a:lvl5pPr>
            <a:lvl6pPr>
              <a:defRPr sz="866"/>
            </a:lvl6pPr>
            <a:lvl7pPr>
              <a:defRPr sz="866"/>
            </a:lvl7pPr>
            <a:lvl8pPr>
              <a:defRPr sz="866"/>
            </a:lvl8pPr>
            <a:lvl9pPr>
              <a:defRPr sz="86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2" y="1295877"/>
            <a:ext cx="1276953" cy="2400771"/>
          </a:xfrm>
        </p:spPr>
        <p:txBody>
          <a:bodyPr/>
          <a:lstStyle>
            <a:lvl1pPr marL="0" indent="0">
              <a:buNone/>
              <a:defRPr sz="693"/>
            </a:lvl1pPr>
            <a:lvl2pPr marL="197968" indent="0">
              <a:buNone/>
              <a:defRPr sz="606"/>
            </a:lvl2pPr>
            <a:lvl3pPr marL="395935" indent="0">
              <a:buNone/>
              <a:defRPr sz="520"/>
            </a:lvl3pPr>
            <a:lvl4pPr marL="593903" indent="0">
              <a:buNone/>
              <a:defRPr sz="433"/>
            </a:lvl4pPr>
            <a:lvl5pPr marL="791870" indent="0">
              <a:buNone/>
              <a:defRPr sz="433"/>
            </a:lvl5pPr>
            <a:lvl6pPr marL="989838" indent="0">
              <a:buNone/>
              <a:defRPr sz="433"/>
            </a:lvl6pPr>
            <a:lvl7pPr marL="1187806" indent="0">
              <a:buNone/>
              <a:defRPr sz="433"/>
            </a:lvl7pPr>
            <a:lvl8pPr marL="1385773" indent="0">
              <a:buNone/>
              <a:defRPr sz="433"/>
            </a:lvl8pPr>
            <a:lvl9pPr marL="1583741" indent="0">
              <a:buNone/>
              <a:defRPr sz="4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7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287972"/>
            <a:ext cx="1276953" cy="1007904"/>
          </a:xfrm>
        </p:spPr>
        <p:txBody>
          <a:bodyPr anchor="b"/>
          <a:lstStyle>
            <a:lvl1pPr>
              <a:defRPr sz="13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83186" y="621942"/>
            <a:ext cx="2004358" cy="3069707"/>
          </a:xfrm>
        </p:spPr>
        <p:txBody>
          <a:bodyPr anchor="t"/>
          <a:lstStyle>
            <a:lvl1pPr marL="0" indent="0">
              <a:buNone/>
              <a:defRPr sz="1386"/>
            </a:lvl1pPr>
            <a:lvl2pPr marL="197968" indent="0">
              <a:buNone/>
              <a:defRPr sz="1212"/>
            </a:lvl2pPr>
            <a:lvl3pPr marL="395935" indent="0">
              <a:buNone/>
              <a:defRPr sz="1039"/>
            </a:lvl3pPr>
            <a:lvl4pPr marL="593903" indent="0">
              <a:buNone/>
              <a:defRPr sz="866"/>
            </a:lvl4pPr>
            <a:lvl5pPr marL="791870" indent="0">
              <a:buNone/>
              <a:defRPr sz="866"/>
            </a:lvl5pPr>
            <a:lvl6pPr marL="989838" indent="0">
              <a:buNone/>
              <a:defRPr sz="866"/>
            </a:lvl6pPr>
            <a:lvl7pPr marL="1187806" indent="0">
              <a:buNone/>
              <a:defRPr sz="866"/>
            </a:lvl7pPr>
            <a:lvl8pPr marL="1385773" indent="0">
              <a:buNone/>
              <a:defRPr sz="866"/>
            </a:lvl8pPr>
            <a:lvl9pPr marL="1583741" indent="0">
              <a:buNone/>
              <a:defRPr sz="86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2" y="1295877"/>
            <a:ext cx="1276953" cy="2400771"/>
          </a:xfrm>
        </p:spPr>
        <p:txBody>
          <a:bodyPr/>
          <a:lstStyle>
            <a:lvl1pPr marL="0" indent="0">
              <a:buNone/>
              <a:defRPr sz="693"/>
            </a:lvl1pPr>
            <a:lvl2pPr marL="197968" indent="0">
              <a:buNone/>
              <a:defRPr sz="606"/>
            </a:lvl2pPr>
            <a:lvl3pPr marL="395935" indent="0">
              <a:buNone/>
              <a:defRPr sz="520"/>
            </a:lvl3pPr>
            <a:lvl4pPr marL="593903" indent="0">
              <a:buNone/>
              <a:defRPr sz="433"/>
            </a:lvl4pPr>
            <a:lvl5pPr marL="791870" indent="0">
              <a:buNone/>
              <a:defRPr sz="433"/>
            </a:lvl5pPr>
            <a:lvl6pPr marL="989838" indent="0">
              <a:buNone/>
              <a:defRPr sz="433"/>
            </a:lvl6pPr>
            <a:lvl7pPr marL="1187806" indent="0">
              <a:buNone/>
              <a:defRPr sz="433"/>
            </a:lvl7pPr>
            <a:lvl8pPr marL="1385773" indent="0">
              <a:buNone/>
              <a:defRPr sz="433"/>
            </a:lvl8pPr>
            <a:lvl9pPr marL="1583741" indent="0">
              <a:buNone/>
              <a:defRPr sz="4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880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70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3321" y="229978"/>
            <a:ext cx="853708" cy="36606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197" y="229978"/>
            <a:ext cx="2511633" cy="36606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165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197" y="229979"/>
            <a:ext cx="3414832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197" y="1149890"/>
            <a:ext cx="3414832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197" y="4003619"/>
            <a:ext cx="89082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791C1-F837-457F-8499-061B874804E6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494" y="4003619"/>
            <a:ext cx="133623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6202" y="4003619"/>
            <a:ext cx="89082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EAF7D-A7CB-4FD0-9671-F536037D5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36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95935" rtl="0" eaLnBrk="1" latinLnBrk="0" hangingPunct="1">
        <a:lnSpc>
          <a:spcPct val="90000"/>
        </a:lnSpc>
        <a:spcBef>
          <a:spcPct val="0"/>
        </a:spcBef>
        <a:buNone/>
        <a:defRPr sz="19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8984" indent="-98984" algn="l" defTabSz="395935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1pPr>
      <a:lvl2pPr marL="296951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494919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866" kern="1200">
          <a:solidFill>
            <a:schemeClr val="tx1"/>
          </a:solidFill>
          <a:latin typeface="+mn-lt"/>
          <a:ea typeface="+mn-ea"/>
          <a:cs typeface="+mn-cs"/>
        </a:defRPr>
      </a:lvl3pPr>
      <a:lvl4pPr marL="692887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4pPr>
      <a:lvl5pPr marL="890854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5pPr>
      <a:lvl6pPr marL="1088822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6pPr>
      <a:lvl7pPr marL="1286789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7pPr>
      <a:lvl8pPr marL="1484757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8pPr>
      <a:lvl9pPr marL="1682725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1pPr>
      <a:lvl2pPr marL="197968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2pPr>
      <a:lvl3pPr marL="395935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3pPr>
      <a:lvl4pPr marL="593903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4pPr>
      <a:lvl5pPr marL="791870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5pPr>
      <a:lvl6pPr marL="989838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6pPr>
      <a:lvl7pPr marL="1187806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7pPr>
      <a:lvl8pPr marL="1385773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8pPr>
      <a:lvl9pPr marL="1583741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5B860C83-BEC1-9978-61E4-87D604FFB28E}"/>
              </a:ext>
            </a:extLst>
          </p:cNvPr>
          <p:cNvGrpSpPr>
            <a:grpSpLocks noChangeAspect="1"/>
          </p:cNvGrpSpPr>
          <p:nvPr/>
        </p:nvGrpSpPr>
        <p:grpSpPr>
          <a:xfrm>
            <a:off x="179612" y="137113"/>
            <a:ext cx="3600000" cy="4045361"/>
            <a:chOff x="-4453360" y="-9459338"/>
            <a:chExt cx="24778144" cy="2784348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711505E6-007B-9F25-E5B5-90900E275C65}"/>
                </a:ext>
              </a:extLst>
            </p:cNvPr>
            <p:cNvGrpSpPr/>
            <p:nvPr/>
          </p:nvGrpSpPr>
          <p:grpSpPr>
            <a:xfrm>
              <a:off x="-4453360" y="-9459338"/>
              <a:ext cx="24778144" cy="6858000"/>
              <a:chOff x="-4097760" y="-5052438"/>
              <a:chExt cx="24778144" cy="6858000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8C191BD8-1593-9382-A7CC-A1F6B715B8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4097760" y="-5052438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1F71664E-2DD7-3AA6-CFD2-8D77D04076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7291" y="-5052438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9849C19B-5442-14CE-8F8D-B9F04E0BC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52341" y="-5052438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45CF5BC6-5892-117B-028C-2699408F01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577393" y="-5052438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BDBA4D02-4584-76D0-1669-8D1778C43B5A}"/>
                </a:ext>
              </a:extLst>
            </p:cNvPr>
            <p:cNvGrpSpPr/>
            <p:nvPr/>
          </p:nvGrpSpPr>
          <p:grpSpPr>
            <a:xfrm>
              <a:off x="-4453360" y="-2464178"/>
              <a:ext cx="24778144" cy="6858000"/>
              <a:chOff x="-3975700" y="2723745"/>
              <a:chExt cx="24778144" cy="6858000"/>
            </a:xfrm>
          </p:grpSpPr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32240A00-75CE-A5B1-FD49-2CD965949F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975700" y="2723745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D9FFF621-4BF2-3803-F34D-5D1BF8D8A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49351" y="2723745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4FA8A631-7980-F28F-93E9-0CDF305F06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4402" y="2723745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C63CE6E9-9493-D653-A5BD-EFD0947151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699453" y="2723745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25288674-0CC2-5276-5EB0-4D87628329E5}"/>
                </a:ext>
              </a:extLst>
            </p:cNvPr>
            <p:cNvGrpSpPr/>
            <p:nvPr/>
          </p:nvGrpSpPr>
          <p:grpSpPr>
            <a:xfrm>
              <a:off x="-4453360" y="4530982"/>
              <a:ext cx="24778143" cy="6858000"/>
              <a:chOff x="-4030395" y="9396919"/>
              <a:chExt cx="24778143" cy="6858000"/>
            </a:xfrm>
          </p:grpSpPr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191C0E97-205E-42F6-423E-0E82B8645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4030395" y="9396919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86C4A529-5DDC-2B25-3C49-7ACAC11100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4656" y="9396919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424601A3-1361-B859-0131-443B518059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707" y="9396919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EA2EA41F-E809-D423-21B8-6EC4ACEEA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644757" y="9396919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AD990870-A830-A1E0-46A5-EC349FAAC0BF}"/>
                </a:ext>
              </a:extLst>
            </p:cNvPr>
            <p:cNvGrpSpPr/>
            <p:nvPr/>
          </p:nvGrpSpPr>
          <p:grpSpPr>
            <a:xfrm>
              <a:off x="-4453360" y="11526142"/>
              <a:ext cx="24778143" cy="6858000"/>
              <a:chOff x="-3781336" y="16433800"/>
              <a:chExt cx="24778143" cy="6858000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4C2534FD-8FE6-5C74-EC7B-00628F73C5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81336" y="16433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9" name="图片 48">
                <a:extLst>
                  <a:ext uri="{FF2B5EF4-FFF2-40B4-BE49-F238E27FC236}">
                    <a16:creationId xmlns:a16="http://schemas.microsoft.com/office/drawing/2014/main" id="{654C01F9-E370-AB0B-2E6C-31F1C16C46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3715" y="16433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85F11408-ABA3-F9C1-876E-EFABADDE03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68766" y="16433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53" name="图片 52">
                <a:extLst>
                  <a:ext uri="{FF2B5EF4-FFF2-40B4-BE49-F238E27FC236}">
                    <a16:creationId xmlns:a16="http://schemas.microsoft.com/office/drawing/2014/main" id="{6CF85402-A453-3A96-42C3-A8352193D6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93816" y="16433800"/>
                <a:ext cx="6102991" cy="685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8831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F81180EF-2445-7734-F1A2-2D6C149B5C4D}"/>
              </a:ext>
            </a:extLst>
          </p:cNvPr>
          <p:cNvGrpSpPr>
            <a:grpSpLocks noChangeAspect="1"/>
          </p:cNvGrpSpPr>
          <p:nvPr/>
        </p:nvGrpSpPr>
        <p:grpSpPr>
          <a:xfrm>
            <a:off x="179612" y="137114"/>
            <a:ext cx="3600000" cy="4045361"/>
            <a:chOff x="-1160943" y="-431800"/>
            <a:chExt cx="24778144" cy="27843480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35CC53A5-DDB6-25D1-4046-215F7C426FB8}"/>
                </a:ext>
              </a:extLst>
            </p:cNvPr>
            <p:cNvGrpSpPr/>
            <p:nvPr/>
          </p:nvGrpSpPr>
          <p:grpSpPr>
            <a:xfrm>
              <a:off x="-1160943" y="-431800"/>
              <a:ext cx="24778144" cy="6858000"/>
              <a:chOff x="-1160943" y="-431800"/>
              <a:chExt cx="24778144" cy="6858000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7282EDB1-0FA7-4AE8-EDAC-4F4297BF1B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160943" y="-431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5267508C-2807-93DE-DA3C-F795DC18B0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64108" y="-431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647B419C-C17F-0010-8C6E-7F668CD6A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89159" y="-431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C25E6480-77EB-6869-1170-B194B499A9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514210" y="-4318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D9F40B2-EB6B-4615-630C-2F9BCB077895}"/>
                </a:ext>
              </a:extLst>
            </p:cNvPr>
            <p:cNvGrpSpPr/>
            <p:nvPr/>
          </p:nvGrpSpPr>
          <p:grpSpPr>
            <a:xfrm>
              <a:off x="-1160943" y="6563360"/>
              <a:ext cx="24778144" cy="6858000"/>
              <a:chOff x="-1429392" y="6858000"/>
              <a:chExt cx="24778144" cy="6858000"/>
            </a:xfrm>
          </p:grpSpPr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E91AE0E2-18A3-D048-31B5-B75FFD4EA2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429392" y="6858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5D8E29AD-9C8A-2884-7AA4-044AD53BFB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95659" y="6858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A5315F37-A0D7-1948-A0B0-9DF62A084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20709" y="6858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E70F204B-C3DA-41B2-FF6B-D060ADB2CB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245761" y="68580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50D1F911-CB5A-670B-B44E-1E48780CECE2}"/>
                </a:ext>
              </a:extLst>
            </p:cNvPr>
            <p:cNvGrpSpPr/>
            <p:nvPr/>
          </p:nvGrpSpPr>
          <p:grpSpPr>
            <a:xfrm>
              <a:off x="-1160943" y="13558520"/>
              <a:ext cx="24778144" cy="6858000"/>
              <a:chOff x="-1429392" y="14401800"/>
              <a:chExt cx="24778144" cy="6858000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93A4957B-DDCA-501F-DFA5-ACF0957A5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429392" y="14401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9" name="图片 48">
                <a:extLst>
                  <a:ext uri="{FF2B5EF4-FFF2-40B4-BE49-F238E27FC236}">
                    <a16:creationId xmlns:a16="http://schemas.microsoft.com/office/drawing/2014/main" id="{999ED033-C085-7FD0-336B-3A0C5FDC0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95659" y="14401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725F3604-12BE-0E9D-7DB6-D58D2EC55E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20709" y="144018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53" name="图片 52">
                <a:extLst>
                  <a:ext uri="{FF2B5EF4-FFF2-40B4-BE49-F238E27FC236}">
                    <a16:creationId xmlns:a16="http://schemas.microsoft.com/office/drawing/2014/main" id="{4D7B6459-6238-D51C-0265-916DF8727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245761" y="144018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516F5AC3-B579-4FF8-DA36-A56C686AB002}"/>
                </a:ext>
              </a:extLst>
            </p:cNvPr>
            <p:cNvGrpSpPr/>
            <p:nvPr/>
          </p:nvGrpSpPr>
          <p:grpSpPr>
            <a:xfrm>
              <a:off x="-1160943" y="20553680"/>
              <a:ext cx="24778143" cy="6858000"/>
              <a:chOff x="-703412" y="24623486"/>
              <a:chExt cx="24778143" cy="6858000"/>
            </a:xfrm>
          </p:grpSpPr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4B8F3283-C894-90FB-E706-581C7B6CA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03412" y="24623486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6E326E39-7FC6-5B81-E0D9-733375A95E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21639" y="24623486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59" name="图片 58">
                <a:extLst>
                  <a:ext uri="{FF2B5EF4-FFF2-40B4-BE49-F238E27FC236}">
                    <a16:creationId xmlns:a16="http://schemas.microsoft.com/office/drawing/2014/main" id="{74FCF993-AD8D-85CE-3BEF-0F8843C45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46690" y="24623486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FDE49C6D-C479-EB53-5B28-B17FAB7322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71740" y="24623486"/>
                <a:ext cx="6102991" cy="685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4745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5D272F5B-B472-B4D8-92E4-D1BC77B45483}"/>
              </a:ext>
            </a:extLst>
          </p:cNvPr>
          <p:cNvGrpSpPr>
            <a:grpSpLocks noChangeAspect="1"/>
          </p:cNvGrpSpPr>
          <p:nvPr/>
        </p:nvGrpSpPr>
        <p:grpSpPr>
          <a:xfrm>
            <a:off x="179613" y="137907"/>
            <a:ext cx="3600000" cy="4045361"/>
            <a:chOff x="-2340296" y="-3708400"/>
            <a:chExt cx="24778144" cy="27843480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C70952B-9414-9944-58AE-6B29B4B7E996}"/>
                </a:ext>
              </a:extLst>
            </p:cNvPr>
            <p:cNvGrpSpPr/>
            <p:nvPr/>
          </p:nvGrpSpPr>
          <p:grpSpPr>
            <a:xfrm>
              <a:off x="-2340296" y="-3708400"/>
              <a:ext cx="24778144" cy="6858000"/>
              <a:chOff x="-2340296" y="-3708400"/>
              <a:chExt cx="24778144" cy="685800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4F0A6407-5ED2-D754-DF56-499E470EB4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40296" y="-3708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8C645EE-6B63-CB7F-445D-E72E33D10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84755" y="-3708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B1FA3487-0EC2-96E1-917C-0591AE785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09806" y="-3708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465653DA-97DB-1053-9269-FCA5E950C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334857" y="-37084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E18DCA14-A405-F8F4-3371-E71A1087EBF3}"/>
                </a:ext>
              </a:extLst>
            </p:cNvPr>
            <p:cNvGrpSpPr/>
            <p:nvPr/>
          </p:nvGrpSpPr>
          <p:grpSpPr>
            <a:xfrm>
              <a:off x="-2340296" y="3286760"/>
              <a:ext cx="24778143" cy="6858000"/>
              <a:chOff x="-2218236" y="3429000"/>
              <a:chExt cx="24778143" cy="6858000"/>
            </a:xfrm>
          </p:grpSpPr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F49ED00A-BDB0-20F6-AEC9-DCB036A83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218236" y="3429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DC491D85-19DC-2776-0863-4DDC94A108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06815" y="3429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228080E1-937F-693A-660B-35CA18BA69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31866" y="3429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9EEC6C72-4552-35E9-F21A-B86C2C526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456916" y="34290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3B18B718-4E0D-942C-8E30-12F4084D8E6E}"/>
                </a:ext>
              </a:extLst>
            </p:cNvPr>
            <p:cNvGrpSpPr/>
            <p:nvPr/>
          </p:nvGrpSpPr>
          <p:grpSpPr>
            <a:xfrm>
              <a:off x="-2340296" y="10281920"/>
              <a:ext cx="24778144" cy="6858000"/>
              <a:chOff x="-2619696" y="11074400"/>
              <a:chExt cx="24778144" cy="6858000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A6DFCCE4-9358-AC5E-FA0F-F433DF885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619696" y="11074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654BC8DE-699F-7D53-1A24-B09154AD6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05355" y="11074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883FA95-E080-E1F9-FB7F-B332D0C3B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30406" y="11074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59F2CBD3-BB08-C3B2-E401-5DDA34CBF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55457" y="110744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BFD3C02-FF23-6E20-94D5-2B2883C5EC71}"/>
                </a:ext>
              </a:extLst>
            </p:cNvPr>
            <p:cNvGrpSpPr/>
            <p:nvPr/>
          </p:nvGrpSpPr>
          <p:grpSpPr>
            <a:xfrm>
              <a:off x="-2340296" y="17277080"/>
              <a:ext cx="24778144" cy="6858000"/>
              <a:chOff x="-2848296" y="18694400"/>
              <a:chExt cx="24778144" cy="6858000"/>
            </a:xfrm>
          </p:grpSpPr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20153723-A27D-1974-6EC8-E7A234A289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848296" y="18694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FE8D0DFD-469C-78F6-067E-FA04A12F10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76755" y="18694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7AA3A5EB-C4E6-8396-4CBE-F17DC0658C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01806" y="186944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241C8091-488A-0E75-AD96-1A975D92EB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26857" y="18694400"/>
                <a:ext cx="6102991" cy="685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5296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C03E6-8441-941D-D9E8-5CB49981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97F7C843-3115-2CC1-0FD9-C244F5FCDC23}"/>
              </a:ext>
            </a:extLst>
          </p:cNvPr>
          <p:cNvGrpSpPr>
            <a:grpSpLocks noChangeAspect="1"/>
          </p:cNvGrpSpPr>
          <p:nvPr/>
        </p:nvGrpSpPr>
        <p:grpSpPr>
          <a:xfrm>
            <a:off x="179613" y="137907"/>
            <a:ext cx="3600000" cy="4045361"/>
            <a:chOff x="-917896" y="-1625600"/>
            <a:chExt cx="24778144" cy="2784348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602ABAE3-9ADB-6A3E-D21E-8F5B2773121F}"/>
                </a:ext>
              </a:extLst>
            </p:cNvPr>
            <p:cNvGrpSpPr/>
            <p:nvPr/>
          </p:nvGrpSpPr>
          <p:grpSpPr>
            <a:xfrm>
              <a:off x="-917896" y="-1625600"/>
              <a:ext cx="24778144" cy="6858000"/>
              <a:chOff x="-917896" y="-1625600"/>
              <a:chExt cx="24778144" cy="6858000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81565228-048B-B804-00DF-E0BA554AA3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17896" y="-16256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E050952B-395A-7188-5B48-0C4A2EC24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7155" y="-16256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800E9A53-6C4C-D186-5667-71D309E9C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2205" y="-16256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6EC6D91-7B41-F95F-DD2E-84019F3D6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757257" y="-16256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2C2B8431-E74A-34B3-5278-DA60D7C9537B}"/>
                </a:ext>
              </a:extLst>
            </p:cNvPr>
            <p:cNvGrpSpPr/>
            <p:nvPr/>
          </p:nvGrpSpPr>
          <p:grpSpPr>
            <a:xfrm>
              <a:off x="-917896" y="5369560"/>
              <a:ext cx="24778144" cy="6858000"/>
              <a:chOff x="-917896" y="6070600"/>
              <a:chExt cx="24778144" cy="6858000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F211D45B-C7A3-677A-C76D-DCC07BD74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17896" y="60706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232ABC91-ACF3-4792-D1AB-5A70206ECD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7155" y="60706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27305F34-5717-AB53-5635-EB85EC144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2205" y="60706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37D8B40E-0CA1-57D0-4FA2-9C85B800C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757257" y="60706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1084513B-B828-8394-A2DF-813BAD8FB695}"/>
                </a:ext>
              </a:extLst>
            </p:cNvPr>
            <p:cNvGrpSpPr/>
            <p:nvPr/>
          </p:nvGrpSpPr>
          <p:grpSpPr>
            <a:xfrm>
              <a:off x="-917896" y="12364720"/>
              <a:ext cx="24778144" cy="6858000"/>
              <a:chOff x="-917897" y="13462000"/>
              <a:chExt cx="24778144" cy="6858000"/>
            </a:xfrm>
          </p:grpSpPr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8672E5F0-6B91-A090-6BB7-DE76D1E50D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17897" y="13462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D7973822-9E85-073D-7439-63641328A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7154" y="13462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7019E044-C62A-2DD3-E5A7-30E80CED0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2205" y="134620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BD12FA69-951F-B952-10D3-81EED9656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757256" y="13462000"/>
                <a:ext cx="6102991" cy="6858000"/>
              </a:xfrm>
              <a:prstGeom prst="rect">
                <a:avLst/>
              </a:prstGeom>
            </p:spPr>
          </p:pic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816C19CA-5CE3-9D38-1EE2-8E19F9703B8A}"/>
                </a:ext>
              </a:extLst>
            </p:cNvPr>
            <p:cNvGrpSpPr/>
            <p:nvPr/>
          </p:nvGrpSpPr>
          <p:grpSpPr>
            <a:xfrm>
              <a:off x="-917896" y="19359880"/>
              <a:ext cx="24778144" cy="6858000"/>
              <a:chOff x="-732440" y="21158200"/>
              <a:chExt cx="24778144" cy="6858000"/>
            </a:xfrm>
          </p:grpSpPr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BE836FAA-1626-B117-56DB-3B184B746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32440" y="211582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C1B97986-B12D-D609-4D41-5BE071DC29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92611" y="211582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D1E5AF47-644D-4D63-8A39-019024499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17662" y="21158200"/>
                <a:ext cx="6102991" cy="6858000"/>
              </a:xfrm>
              <a:prstGeom prst="rect">
                <a:avLst/>
              </a:prstGeom>
            </p:spPr>
          </p:pic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905AC1CF-76A1-640C-B4E9-A3A8AA7D1F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42713" y="21158200"/>
                <a:ext cx="6102991" cy="685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00169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</TotalTime>
  <Words>0</Words>
  <Application>Microsoft Office PowerPoint</Application>
  <PresentationFormat>自定义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3</cp:revision>
  <dcterms:created xsi:type="dcterms:W3CDTF">2026-03-19T09:50:05Z</dcterms:created>
  <dcterms:modified xsi:type="dcterms:W3CDTF">2026-03-19T10:14:03Z</dcterms:modified>
</cp:coreProperties>
</file>