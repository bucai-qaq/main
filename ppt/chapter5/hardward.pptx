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8" userDrawn="1">
          <p15:clr>
            <a:srgbClr val="A4A3A4"/>
          </p15:clr>
        </p15:guide>
        <p15:guide id="2" pos="26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 showGuides="1">
      <p:cViewPr varScale="1">
        <p:scale>
          <a:sx n="139" d="100"/>
          <a:sy n="139" d="100"/>
        </p:scale>
        <p:origin x="80" y="304"/>
      </p:cViewPr>
      <p:guideLst>
        <p:guide orient="horz" pos="4178"/>
        <p:guide pos="26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E2C25-B350-EB56-045F-A3760E030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492A2B-2EF4-F325-90A0-1DBFA1180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43D88D-34F7-A2FD-E652-0102DCA98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9391-5F3A-4A0F-83EF-512B2717195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5714A3-402C-8EF9-1B61-C37DC07E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6498B-6966-6E0D-4A30-CD8D326AA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0373-889C-450C-AC65-4C681AEE3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159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310239-2FFC-8CB7-0510-FA2CC4668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7A7009-56CA-95CC-420D-00F3CE22A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AFC034-649E-2829-AEF0-7A601D68D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9391-5F3A-4A0F-83EF-512B2717195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4C390D-66C4-1414-7F3C-06BF7F11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91E105-7F66-2A5C-04B8-B89221DBC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0373-889C-450C-AC65-4C681AEE3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806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6E331-C4F0-C7B9-4F14-357C43B1E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3E9838-DE78-249B-B5BB-3D5D2B399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457AFC-8D52-93DF-8960-B75048B70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9391-5F3A-4A0F-83EF-512B2717195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687300-7D40-FAE4-F36D-004A5B3EE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8B16AA-029B-8AE4-CAD5-B01CB397F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0373-889C-450C-AC65-4C681AEE3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559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B99C1-66D3-E1B7-8198-EB1D3BBE4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73A7E4-2585-06EE-0096-28B8D8611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7844DA-3607-94CC-E9CC-98BC61257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06002C-509D-FFDF-09ED-178974140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9391-5F3A-4A0F-83EF-512B2717195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DBBF2A-CCA3-F6D0-9D7D-D3978AFA1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28A089-7E95-187A-593C-BB16FF18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0373-889C-450C-AC65-4C681AEE3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14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4500A-7636-819A-B608-17A993CEA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FE2771-73B4-B704-38FC-FBE34235B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1EC916-5783-A652-997B-EC55134C8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31FB2C-7963-A316-1D53-33E7E8ED98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2552A4-5DAC-83FB-979F-575F122D46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B40C39-6C2B-9F41-22A8-33C9AB872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9391-5F3A-4A0F-83EF-512B2717195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C4EF73-A7FB-2F8D-07B0-490C84199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CD056B-E886-6E4A-DC28-88515BA68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0373-889C-450C-AC65-4C681AEE3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218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27FD98-7691-EA11-6B04-5270A2FA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AC4A93-0D1A-7930-16E6-C0D8A531E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9391-5F3A-4A0F-83EF-512B2717195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CED140-4265-2A3C-2A49-EED3974B6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27290A-E5C7-CDEA-4946-24DC72291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0373-889C-450C-AC65-4C681AEE3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98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0865EF2-F103-EEAB-519B-75B8E8E1F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9391-5F3A-4A0F-83EF-512B2717195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3F82E11-B241-3F88-2EBA-8BC3F3FE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C768C7-D633-E8E4-3CE0-3391C6BF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0373-889C-450C-AC65-4C681AEE3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81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F2A7DA-4CCA-0000-6101-84F9578A0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585EF7-3F18-39E3-3CCF-D0C2FA4CC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8CF61B-F211-17FC-24D8-943998138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E20981-6ACC-DE21-1B71-D6BB668DA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9391-5F3A-4A0F-83EF-512B2717195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AFCC0C-4528-5568-3103-D4409D36E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17D5A7-3FCA-A459-EA34-E85CE31F2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0373-889C-450C-AC65-4C681AEE3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214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88E0E2-6715-8536-FE18-18BFAC9E3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A815254-6E3C-52CB-7B04-B435759FF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EEE4E7-5F45-11D1-E2BB-9603610E7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F0C002-4792-9CE1-889E-B1526960E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9391-5F3A-4A0F-83EF-512B2717195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822B2B-E5D1-0BDF-7F86-2F5DB83AF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A33704-3584-D006-88F3-3EE55ED39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0373-889C-450C-AC65-4C681AEE3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270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FF8E1B-7698-E1BF-A293-3D357CFA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7B2798-4D1C-2442-E8E5-6A726D1A0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8174FE-D71E-282B-B0FA-80646A4F3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9391-5F3A-4A0F-83EF-512B2717195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54275E-E582-95DA-E9DA-9B4F510A6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476BE4-E43A-E2F9-5F8F-220D27A21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0373-889C-450C-AC65-4C681AEE3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842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2763D08-5C7F-8CD2-20E4-CE37181E9C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E9083B-72CF-AF80-F715-CB8FCA271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815149-2A2C-7A9C-0AFE-C18D472CF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9391-5F3A-4A0F-83EF-512B2717195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3930F5-5C53-92E8-93E9-A0AB74575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F52BF7-0F0B-19DB-A0D5-3A6CC4124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0373-889C-450C-AC65-4C681AEE3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66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E293B74-2C09-7272-88D8-12AB8C9D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95AB06-541D-26E3-86B3-944B0E05E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BABF4D-1258-6F4D-AD4F-1E18934960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A9391-5F3A-4A0F-83EF-512B2717195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2DB0F6-D5F2-FC82-50A9-6CE50226E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B83FF-2EA7-4676-F664-4EA400FC4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D0373-889C-450C-AC65-4C681AEE3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729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E3660353-6CE9-B58B-CB81-BF6A926514AF}"/>
              </a:ext>
            </a:extLst>
          </p:cNvPr>
          <p:cNvGrpSpPr/>
          <p:nvPr/>
        </p:nvGrpSpPr>
        <p:grpSpPr>
          <a:xfrm>
            <a:off x="4041427" y="942765"/>
            <a:ext cx="4926034" cy="4059003"/>
            <a:chOff x="4041427" y="942765"/>
            <a:chExt cx="4926034" cy="4059003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71AF021-2FDA-19D0-FC79-BEAEF3028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BFBFB"/>
                </a:clrFrom>
                <a:clrTo>
                  <a:srgbClr val="FBFBFB">
                    <a:alpha val="0"/>
                  </a:srgbClr>
                </a:clrTo>
              </a:clrChange>
            </a:blip>
            <a:srcRect l="33744" t="14995" r="39648" b="7171"/>
            <a:stretch>
              <a:fillRect/>
            </a:stretch>
          </p:blipFill>
          <p:spPr>
            <a:xfrm>
              <a:off x="4041427" y="1166015"/>
              <a:ext cx="1749022" cy="3835753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07C0F4D-78D1-07DE-40B9-45CB24923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</a:blip>
            <a:srcRect l="30907" t="1495" r="33590"/>
            <a:stretch>
              <a:fillRect/>
            </a:stretch>
          </p:blipFill>
          <p:spPr>
            <a:xfrm>
              <a:off x="7190114" y="1133415"/>
              <a:ext cx="1777347" cy="3697172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3A5B067-9382-43BC-12E6-B7B4F9CAD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6176488" y="942765"/>
              <a:ext cx="627586" cy="653797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7EEAC97C-4F5C-0103-709B-41F1FFD8B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012017" y="1508850"/>
              <a:ext cx="995550" cy="1037128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2198414A-4BB8-CD8F-7FB5-A0E0720B5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066234" y="2478723"/>
              <a:ext cx="995550" cy="597510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C816D5E3-950F-3DA3-67DA-7494C252D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27685" y="3248275"/>
              <a:ext cx="620363" cy="467778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4F793BB-58BB-025D-777E-516D0B85D00F}"/>
                </a:ext>
              </a:extLst>
            </p:cNvPr>
            <p:cNvSpPr txBox="1"/>
            <p:nvPr/>
          </p:nvSpPr>
          <p:spPr>
            <a:xfrm>
              <a:off x="6011413" y="1388393"/>
              <a:ext cx="1390884" cy="2618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Realsense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D435i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19BF82B5-3D8B-6E70-3369-F2337FBBE1D4}"/>
                </a:ext>
              </a:extLst>
            </p:cNvPr>
            <p:cNvSpPr txBox="1"/>
            <p:nvPr/>
          </p:nvSpPr>
          <p:spPr>
            <a:xfrm>
              <a:off x="6056831" y="2249890"/>
              <a:ext cx="1390884" cy="2618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Jetson Orin NX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A28D6DD4-C2D1-80D6-A746-86A6EA659FFE}"/>
                </a:ext>
              </a:extLst>
            </p:cNvPr>
            <p:cNvSpPr txBox="1"/>
            <p:nvPr/>
          </p:nvSpPr>
          <p:spPr>
            <a:xfrm>
              <a:off x="6136420" y="2986430"/>
              <a:ext cx="1390884" cy="2618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NanoPi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R6S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640F6EC-B5C2-74B4-5657-A9043AAF8CF9}"/>
                </a:ext>
              </a:extLst>
            </p:cNvPr>
            <p:cNvSpPr txBox="1"/>
            <p:nvPr/>
          </p:nvSpPr>
          <p:spPr>
            <a:xfrm>
              <a:off x="6366341" y="3680084"/>
              <a:ext cx="1390884" cy="2618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IMU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9B71ED0A-3967-EF91-6A51-7D76FA0355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8186" y="1252229"/>
              <a:ext cx="1135749" cy="144961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517F2CD0-87AD-A1EF-5548-885D31C8CB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8186" y="2063746"/>
              <a:ext cx="1108233" cy="1922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45FAA89-16FB-0E94-746B-24C8C7F7455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31235" y="2334228"/>
              <a:ext cx="1132700" cy="540542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DD80C40A-0477-3335-97AF-DF3EB65B37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62659" y="2678658"/>
              <a:ext cx="1327955" cy="747268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14DCAA3A-C6C0-99AE-50C7-A2FD93D3D7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8730" y="2874551"/>
              <a:ext cx="1307134" cy="483661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62204DBB-4C00-F57A-166D-D0137AE2C3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07567" y="2260098"/>
              <a:ext cx="1027628" cy="514584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593E5B68-13D4-53DB-025C-85157D5CB75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930010" y="2001385"/>
              <a:ext cx="1105184" cy="2602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21DE557F-FC85-06C7-C397-BAF930E6703F}"/>
                </a:ext>
              </a:extLst>
            </p:cNvPr>
            <p:cNvCxnSpPr>
              <a:cxnSpLocks/>
            </p:cNvCxnSpPr>
            <p:nvPr/>
          </p:nvCxnSpPr>
          <p:spPr>
            <a:xfrm>
              <a:off x="6804074" y="1216405"/>
              <a:ext cx="1183210" cy="12504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4527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空 天</dc:creator>
  <cp:lastModifiedBy>空 天</cp:lastModifiedBy>
  <cp:revision>11</cp:revision>
  <dcterms:created xsi:type="dcterms:W3CDTF">2026-03-16T08:19:54Z</dcterms:created>
  <dcterms:modified xsi:type="dcterms:W3CDTF">2026-03-16T09:01:45Z</dcterms:modified>
</cp:coreProperties>
</file>