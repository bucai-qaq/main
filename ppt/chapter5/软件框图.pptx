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1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C1C1"/>
    <a:srgbClr val="E5ECF6"/>
    <a:srgbClr val="E6EDF7"/>
    <a:srgbClr val="E4E5E9"/>
    <a:srgbClr val="FDE0AE"/>
    <a:srgbClr val="E4F0E4"/>
    <a:srgbClr val="E7E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 showGuides="1">
      <p:cViewPr varScale="1">
        <p:scale>
          <a:sx n="149" d="100"/>
          <a:sy n="149" d="100"/>
        </p:scale>
        <p:origin x="428" y="92"/>
      </p:cViewPr>
      <p:guideLst>
        <p:guide orient="horz" pos="2954"/>
        <p:guide pos="1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21369-38E5-EBB4-DAFA-94C1592C4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8FF84F-B3D4-DD8A-3E12-ED327FD6B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D9101-F6FF-4A03-9D36-C6235C96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3BB726-20FB-3C4E-9853-63BA1485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18D86-E9D2-C88B-9C34-9E1FEDF8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68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E5C7A-BAEF-5FD7-BB0B-618F5F4B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39F2F-2AAC-94A7-4CB7-0C7C1761B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4A0E1-B433-9AEC-A60B-CC94DE196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55D1D-4DBC-F4EF-219E-3B8C4D32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64AEFE-EC8F-E8E1-F1EC-E0415168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7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712BA-D17C-0736-65F4-2EA3FEB4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CABCA4-BDD2-9798-C3F6-8DCD63FA1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04321-B67F-93FF-5A4F-5030283E1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15FC1-6DB7-2992-BE0E-C8E72838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C551F2-1E87-D993-A0D0-654A4715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7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10E28-EE61-4457-DED9-7AD9B2B8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6A402-B64B-0AD8-012F-372E90168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F6C2F4-06DF-64DC-5BB8-2009B1114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11F7A2-B04C-BB22-972A-922055F3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3CBC7E-5DF5-34DE-6FB0-A2860C1B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6CB97B-2FAC-5BF3-A023-23EBFF4D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93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577FDD-ACFE-876D-69CC-2C85B15F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B7C71D-0004-F6F7-BB47-878B1B505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7FB29A-7218-EC86-0BC1-92BEEBB29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725D98-69E7-715B-3608-73A341576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BAB1AA-70FB-E2A0-7A66-C3FC4F045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8E381F-EB74-F37F-5D42-2A1DC474A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A10344-E82A-1298-DD1A-B0AE8BAC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8CD5A0-2BD0-E313-6F31-F458DA86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23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0DE70-20BF-25B7-3AC4-46151C1B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6A992F-B124-7530-70C7-35B2CA5B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EB8E3D-C625-CB3F-1CD3-467A5EFC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B4018A-1CED-1A3D-A41C-6BF568B4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82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5461A4-212C-6065-35BD-16BA7FCE2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3428BB-7E0F-001D-43D3-1999E4F3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0CB223-6315-0C07-4464-9434CA434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82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5CDE9-49D0-3484-BE1C-DCA319CC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DE1493-CD6F-0F21-FBF8-C5901072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8ED483-897B-9131-6FCA-8FF4246B9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339203-CA44-F135-B8DF-4E9FD7C6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6969CA-BDE8-7FDC-B4F0-360ABC20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7A1457-4722-B861-BB81-0146BBAC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30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2F6A0-DEAF-18E5-F5A0-1108A4611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B495CC-B8DB-7CF1-72B9-25BD47A64C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00C201-B645-5B48-17C5-809FD27D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D8B6AE-5835-25E7-07CE-48D0F6FB0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699920-4AFB-EF2C-2634-D972635B8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63F52B-9DF5-49CA-EC96-1EFFE1A4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1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6F02C-ED38-4B31-3F39-022B9625A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5CA342-207C-43AA-5C1A-A7BCF4AC5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4C15CB-D350-2360-BDA5-428F69F4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1F63AD-D03A-96D0-BABD-7406A900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68122E-DB82-BAD5-01A7-E2AF976A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15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F9DC21-FAD2-74A1-0BBD-5A75C5862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9017C1-E599-FE1F-CAB7-104F6A0E3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34E3B-24D9-23EA-8091-5B92C220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62097-31EB-14C4-27EF-1BAE54AD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029B2-9756-2E08-82D9-45D79821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102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EB940F-301A-748E-0116-E1A4B7E24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949C34-EAE0-EAC1-8FD2-BBF601827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1FCD2A-2DCE-27CC-6630-B6E489952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50D1F-83EF-4C9F-8943-12AE82684850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6335E-B11F-F214-E25D-D726D8CE9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25EB82-EE89-0D35-E940-9B6F0DA90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2B0A4-B6C7-4553-8C1D-56B292FA2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21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6E5D0234-297E-C1F4-9B49-738E92ADB30E}"/>
              </a:ext>
            </a:extLst>
          </p:cNvPr>
          <p:cNvGrpSpPr/>
          <p:nvPr/>
        </p:nvGrpSpPr>
        <p:grpSpPr>
          <a:xfrm>
            <a:off x="3021969" y="800819"/>
            <a:ext cx="4686933" cy="4307026"/>
            <a:chOff x="3021969" y="800819"/>
            <a:chExt cx="4686933" cy="430702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EFF205A-ECEC-798C-276A-4F23ED4D6E2F}"/>
                </a:ext>
              </a:extLst>
            </p:cNvPr>
            <p:cNvSpPr/>
            <p:nvPr/>
          </p:nvSpPr>
          <p:spPr>
            <a:xfrm>
              <a:off x="3263585" y="800819"/>
              <a:ext cx="1201737" cy="677570"/>
            </a:xfrm>
            <a:prstGeom prst="roundRect">
              <a:avLst/>
            </a:prstGeom>
            <a:solidFill>
              <a:srgbClr val="E7ED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B4B34B8-B587-AEC9-AA96-681EC86FA3CE}"/>
                </a:ext>
              </a:extLst>
            </p:cNvPr>
            <p:cNvSpPr txBox="1"/>
            <p:nvPr/>
          </p:nvSpPr>
          <p:spPr>
            <a:xfrm>
              <a:off x="3385825" y="833239"/>
              <a:ext cx="10794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任务目标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参考动作</a:t>
              </a: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A3C4703E-42ED-4194-0933-9DA416CED556}"/>
                </a:ext>
              </a:extLst>
            </p:cNvPr>
            <p:cNvGrpSpPr/>
            <p:nvPr/>
          </p:nvGrpSpPr>
          <p:grpSpPr>
            <a:xfrm>
              <a:off x="3021969" y="1862137"/>
              <a:ext cx="1737358" cy="767080"/>
              <a:chOff x="2971169" y="1711960"/>
              <a:chExt cx="1737358" cy="767080"/>
            </a:xfrm>
            <a:solidFill>
              <a:srgbClr val="E7EDF7"/>
            </a:solidFill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E7D5794F-B975-E090-9BAF-B9D02C4ADA8F}"/>
                  </a:ext>
                </a:extLst>
              </p:cNvPr>
              <p:cNvSpPr/>
              <p:nvPr/>
            </p:nvSpPr>
            <p:spPr>
              <a:xfrm>
                <a:off x="2971169" y="1711960"/>
                <a:ext cx="1737358" cy="767080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FB451E7-05CA-09DA-1903-FDE66780E8FA}"/>
                  </a:ext>
                </a:extLst>
              </p:cNvPr>
              <p:cNvSpPr txBox="1"/>
              <p:nvPr/>
            </p:nvSpPr>
            <p:spPr>
              <a:xfrm>
                <a:off x="3398522" y="1727140"/>
                <a:ext cx="1016000" cy="33855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策略层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43FCA43-7657-D116-C5DC-D487E1E1EA3E}"/>
                  </a:ext>
                </a:extLst>
              </p:cNvPr>
              <p:cNvSpPr txBox="1"/>
              <p:nvPr/>
            </p:nvSpPr>
            <p:spPr>
              <a:xfrm>
                <a:off x="2986142" y="2085602"/>
                <a:ext cx="1707412" cy="30777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学习策略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zh-CN" altLang="en-US" sz="1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技能嵌入</a:t>
                </a:r>
              </a:p>
            </p:txBody>
          </p:sp>
        </p:grp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9365B1FD-F6F3-ABF8-DBBE-7A9F638DA514}"/>
                </a:ext>
              </a:extLst>
            </p:cNvPr>
            <p:cNvSpPr/>
            <p:nvPr/>
          </p:nvSpPr>
          <p:spPr>
            <a:xfrm>
              <a:off x="3177698" y="3861147"/>
              <a:ext cx="1325880" cy="416560"/>
            </a:xfrm>
            <a:prstGeom prst="roundRect">
              <a:avLst/>
            </a:prstGeom>
            <a:solidFill>
              <a:srgbClr val="E4F0E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FE7749F-9725-0635-6A67-AEC7A8555533}"/>
                </a:ext>
              </a:extLst>
            </p:cNvPr>
            <p:cNvSpPr txBox="1"/>
            <p:nvPr/>
          </p:nvSpPr>
          <p:spPr>
            <a:xfrm>
              <a:off x="3332638" y="3902719"/>
              <a:ext cx="11263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PD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控制器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B19E3ACA-B6B2-33F1-91A7-8911B491D9A6}"/>
                </a:ext>
              </a:extLst>
            </p:cNvPr>
            <p:cNvSpPr/>
            <p:nvPr/>
          </p:nvSpPr>
          <p:spPr>
            <a:xfrm>
              <a:off x="5336542" y="4691285"/>
              <a:ext cx="2372360" cy="416560"/>
            </a:xfrm>
            <a:prstGeom prst="roundRect">
              <a:avLst/>
            </a:prstGeom>
            <a:solidFill>
              <a:srgbClr val="E4E5E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992CAC9-5180-A4E2-AB2C-038CFB0BC688}"/>
                </a:ext>
              </a:extLst>
            </p:cNvPr>
            <p:cNvSpPr txBox="1"/>
            <p:nvPr/>
          </p:nvSpPr>
          <p:spPr>
            <a:xfrm>
              <a:off x="5491482" y="4718322"/>
              <a:ext cx="21463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关节电机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机器人本体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EAE9169E-C296-A4A5-93D2-B6ADFFCC7570}"/>
                </a:ext>
              </a:extLst>
            </p:cNvPr>
            <p:cNvSpPr/>
            <p:nvPr/>
          </p:nvSpPr>
          <p:spPr>
            <a:xfrm>
              <a:off x="5869306" y="3856885"/>
              <a:ext cx="1325880" cy="416560"/>
            </a:xfrm>
            <a:prstGeom prst="roundRect">
              <a:avLst/>
            </a:prstGeom>
            <a:solidFill>
              <a:srgbClr val="E4E5E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C09077C-349C-C105-9859-6934CC2637F7}"/>
                </a:ext>
              </a:extLst>
            </p:cNvPr>
            <p:cNvSpPr txBox="1"/>
            <p:nvPr/>
          </p:nvSpPr>
          <p:spPr>
            <a:xfrm>
              <a:off x="5901692" y="3921373"/>
              <a:ext cx="13258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IMU+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编码器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2F9483F-D0E7-94DB-D0BE-DC77025DE0B0}"/>
                </a:ext>
              </a:extLst>
            </p:cNvPr>
            <p:cNvSpPr txBox="1"/>
            <p:nvPr/>
          </p:nvSpPr>
          <p:spPr>
            <a:xfrm>
              <a:off x="4458969" y="4597259"/>
              <a:ext cx="1016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EtherCAT</a:t>
              </a:r>
              <a:endPara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4704C8D-2F11-857B-C553-D3238A349D5A}"/>
                </a:ext>
              </a:extLst>
            </p:cNvPr>
            <p:cNvSpPr txBox="1"/>
            <p:nvPr/>
          </p:nvSpPr>
          <p:spPr>
            <a:xfrm>
              <a:off x="3177698" y="4285453"/>
              <a:ext cx="1016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gRPC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9D1887CB-8ABE-1D51-C3FD-0CF437CE3652}"/>
                </a:ext>
              </a:extLst>
            </p:cNvPr>
            <p:cNvSpPr/>
            <p:nvPr/>
          </p:nvSpPr>
          <p:spPr>
            <a:xfrm>
              <a:off x="3180714" y="3035091"/>
              <a:ext cx="1325880" cy="416560"/>
            </a:xfrm>
            <a:prstGeom prst="roundRect">
              <a:avLst/>
            </a:prstGeom>
            <a:solidFill>
              <a:srgbClr val="E4F0E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07690F7-C991-DB3E-75B5-A1FEC7736489}"/>
                </a:ext>
              </a:extLst>
            </p:cNvPr>
            <p:cNvSpPr txBox="1"/>
            <p:nvPr/>
          </p:nvSpPr>
          <p:spPr>
            <a:xfrm>
              <a:off x="3335654" y="3055936"/>
              <a:ext cx="1016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关节目标</a:t>
              </a:r>
            </a:p>
          </p:txBody>
        </p:sp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2A9E9784-819D-C065-6217-3B6BEDABA7BE}"/>
                </a:ext>
              </a:extLst>
            </p:cNvPr>
            <p:cNvSpPr/>
            <p:nvPr/>
          </p:nvSpPr>
          <p:spPr>
            <a:xfrm>
              <a:off x="3177698" y="4683581"/>
              <a:ext cx="1325880" cy="416560"/>
            </a:xfrm>
            <a:prstGeom prst="roundRect">
              <a:avLst/>
            </a:prstGeom>
            <a:solidFill>
              <a:srgbClr val="FDE0A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8FEA6A81-8DA5-A955-02CD-BBAF9C9A3C90}"/>
                </a:ext>
              </a:extLst>
            </p:cNvPr>
            <p:cNvSpPr txBox="1"/>
            <p:nvPr/>
          </p:nvSpPr>
          <p:spPr>
            <a:xfrm>
              <a:off x="3332638" y="4683581"/>
              <a:ext cx="1016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电机驱动</a:t>
              </a:r>
            </a:p>
          </p:txBody>
        </p: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9A7BE254-3A93-9A41-B5ED-7C1F7620F9AD}"/>
                </a:ext>
              </a:extLst>
            </p:cNvPr>
            <p:cNvCxnSpPr>
              <a:cxnSpLocks/>
            </p:cNvCxnSpPr>
            <p:nvPr/>
          </p:nvCxnSpPr>
          <p:spPr>
            <a:xfrm>
              <a:off x="3848100" y="1478389"/>
              <a:ext cx="0" cy="3837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83866B00-CCF8-1233-BB7C-CF3604184619}"/>
                </a:ext>
              </a:extLst>
            </p:cNvPr>
            <p:cNvCxnSpPr>
              <a:cxnSpLocks/>
            </p:cNvCxnSpPr>
            <p:nvPr/>
          </p:nvCxnSpPr>
          <p:spPr>
            <a:xfrm>
              <a:off x="3860800" y="2629217"/>
              <a:ext cx="0" cy="3837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DFADF255-C061-4034-4DA4-85FF76BCDEFE}"/>
                </a:ext>
              </a:extLst>
            </p:cNvPr>
            <p:cNvCxnSpPr>
              <a:cxnSpLocks/>
            </p:cNvCxnSpPr>
            <p:nvPr/>
          </p:nvCxnSpPr>
          <p:spPr>
            <a:xfrm>
              <a:off x="3860800" y="3451651"/>
              <a:ext cx="0" cy="3837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4947E78D-DB63-901E-4960-B58CB8922CA9}"/>
                </a:ext>
              </a:extLst>
            </p:cNvPr>
            <p:cNvCxnSpPr>
              <a:cxnSpLocks/>
            </p:cNvCxnSpPr>
            <p:nvPr/>
          </p:nvCxnSpPr>
          <p:spPr>
            <a:xfrm>
              <a:off x="3860800" y="4299833"/>
              <a:ext cx="0" cy="3837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D3EB864B-DAFC-5D74-3721-3FD20A145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4780" y="4273445"/>
              <a:ext cx="0" cy="409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269201C6-A1DB-FD1A-A6BF-FC3D4419D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4780" y="3447519"/>
              <a:ext cx="0" cy="4093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连接符: 肘形 78">
              <a:extLst>
                <a:ext uri="{FF2B5EF4-FFF2-40B4-BE49-F238E27FC236}">
                  <a16:creationId xmlns:a16="http://schemas.microsoft.com/office/drawing/2014/main" id="{6A6FB254-5DD8-7A3E-78A0-12C64957CC85}"/>
                </a:ext>
              </a:extLst>
            </p:cNvPr>
            <p:cNvCxnSpPr>
              <a:cxnSpLocks/>
              <a:stCxn id="91" idx="0"/>
              <a:endCxn id="12" idx="3"/>
            </p:cNvCxnSpPr>
            <p:nvPr/>
          </p:nvCxnSpPr>
          <p:spPr>
            <a:xfrm rot="16200000" flipV="1">
              <a:off x="5259341" y="1745664"/>
              <a:ext cx="772893" cy="177291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AE214F48-5564-2B09-43B6-081D84F855D1}"/>
                </a:ext>
              </a:extLst>
            </p:cNvPr>
            <p:cNvCxnSpPr>
              <a:cxnSpLocks/>
            </p:cNvCxnSpPr>
            <p:nvPr/>
          </p:nvCxnSpPr>
          <p:spPr>
            <a:xfrm>
              <a:off x="4521120" y="4887599"/>
              <a:ext cx="81542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B8CDAF7B-A417-25CC-AB54-0D88C6D90C2B}"/>
                </a:ext>
              </a:extLst>
            </p:cNvPr>
            <p:cNvSpPr/>
            <p:nvPr/>
          </p:nvSpPr>
          <p:spPr>
            <a:xfrm>
              <a:off x="5869306" y="3018570"/>
              <a:ext cx="1325880" cy="416560"/>
            </a:xfrm>
            <a:prstGeom prst="roundRect">
              <a:avLst/>
            </a:prstGeom>
            <a:solidFill>
              <a:srgbClr val="E5EC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040160DB-48D7-10FF-28AA-60F05142EF0A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>
              <a:off x="4506594" y="3243371"/>
              <a:ext cx="13627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78ADD2B-7489-9136-CDB8-F1E6DDBA80A4}"/>
                </a:ext>
              </a:extLst>
            </p:cNvPr>
            <p:cNvSpPr txBox="1"/>
            <p:nvPr/>
          </p:nvSpPr>
          <p:spPr>
            <a:xfrm>
              <a:off x="6019166" y="3053234"/>
              <a:ext cx="16186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状态构建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C88BF4BB-7FD4-05F4-670B-E5D09C988862}"/>
                </a:ext>
              </a:extLst>
            </p:cNvPr>
            <p:cNvSpPr txBox="1"/>
            <p:nvPr/>
          </p:nvSpPr>
          <p:spPr>
            <a:xfrm>
              <a:off x="6522722" y="2584501"/>
              <a:ext cx="1016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gRPC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57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29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4</cp:revision>
  <dcterms:created xsi:type="dcterms:W3CDTF">2026-03-28T08:33:17Z</dcterms:created>
  <dcterms:modified xsi:type="dcterms:W3CDTF">2026-03-28T12:50:21Z</dcterms:modified>
</cp:coreProperties>
</file>