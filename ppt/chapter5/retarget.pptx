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</p:sldIdLst>
  <p:sldSz cx="6551613" cy="23764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97" userDrawn="1">
          <p15:clr>
            <a:srgbClr val="A4A3A4"/>
          </p15:clr>
        </p15:guide>
        <p15:guide id="2" pos="20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17" autoAdjust="0"/>
    <p:restoredTop sz="94660"/>
  </p:normalViewPr>
  <p:slideViewPr>
    <p:cSldViewPr snapToGrid="0" showGuides="1">
      <p:cViewPr>
        <p:scale>
          <a:sx n="200" d="100"/>
          <a:sy n="200" d="100"/>
        </p:scale>
        <p:origin x="2248" y="1804"/>
      </p:cViewPr>
      <p:guideLst>
        <p:guide orient="horz" pos="1497"/>
        <p:guide pos="20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8952" y="388930"/>
            <a:ext cx="4913710" cy="827370"/>
          </a:xfrm>
        </p:spPr>
        <p:txBody>
          <a:bodyPr anchor="b"/>
          <a:lstStyle>
            <a:lvl1pPr algn="ctr">
              <a:defRPr sz="207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8952" y="1248206"/>
            <a:ext cx="4913710" cy="573768"/>
          </a:xfrm>
        </p:spPr>
        <p:txBody>
          <a:bodyPr/>
          <a:lstStyle>
            <a:lvl1pPr marL="0" indent="0" algn="ctr">
              <a:buNone/>
              <a:defRPr sz="832"/>
            </a:lvl1pPr>
            <a:lvl2pPr marL="158420" indent="0" algn="ctr">
              <a:buNone/>
              <a:defRPr sz="693"/>
            </a:lvl2pPr>
            <a:lvl3pPr marL="316840" indent="0" algn="ctr">
              <a:buNone/>
              <a:defRPr sz="624"/>
            </a:lvl3pPr>
            <a:lvl4pPr marL="475259" indent="0" algn="ctr">
              <a:buNone/>
              <a:defRPr sz="554"/>
            </a:lvl4pPr>
            <a:lvl5pPr marL="633679" indent="0" algn="ctr">
              <a:buNone/>
              <a:defRPr sz="554"/>
            </a:lvl5pPr>
            <a:lvl6pPr marL="792099" indent="0" algn="ctr">
              <a:buNone/>
              <a:defRPr sz="554"/>
            </a:lvl6pPr>
            <a:lvl7pPr marL="950519" indent="0" algn="ctr">
              <a:buNone/>
              <a:defRPr sz="554"/>
            </a:lvl7pPr>
            <a:lvl8pPr marL="1108939" indent="0" algn="ctr">
              <a:buNone/>
              <a:defRPr sz="554"/>
            </a:lvl8pPr>
            <a:lvl9pPr marL="1267358" indent="0" algn="ctr">
              <a:buNone/>
              <a:defRPr sz="554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866B-0539-4E4D-B0DC-62AD3A923930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6A314-4C92-4C5E-898D-B68CF4B6F6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4655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866B-0539-4E4D-B0DC-62AD3A923930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6A314-4C92-4C5E-898D-B68CF4B6F6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489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011" y="592472"/>
            <a:ext cx="5650766" cy="988553"/>
          </a:xfrm>
        </p:spPr>
        <p:txBody>
          <a:bodyPr anchor="b"/>
          <a:lstStyle>
            <a:lvl1pPr>
              <a:defRPr sz="207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7011" y="1590377"/>
            <a:ext cx="5650766" cy="519857"/>
          </a:xfrm>
        </p:spPr>
        <p:txBody>
          <a:bodyPr/>
          <a:lstStyle>
            <a:lvl1pPr marL="0" indent="0">
              <a:buNone/>
              <a:defRPr sz="832">
                <a:solidFill>
                  <a:schemeClr val="tx1">
                    <a:tint val="75000"/>
                  </a:schemeClr>
                </a:solidFill>
              </a:defRPr>
            </a:lvl1pPr>
            <a:lvl2pPr marL="158420" indent="0">
              <a:buNone/>
              <a:defRPr sz="693">
                <a:solidFill>
                  <a:schemeClr val="tx1">
                    <a:tint val="75000"/>
                  </a:schemeClr>
                </a:solidFill>
              </a:defRPr>
            </a:lvl2pPr>
            <a:lvl3pPr marL="316840" indent="0">
              <a:buNone/>
              <a:defRPr sz="624">
                <a:solidFill>
                  <a:schemeClr val="tx1">
                    <a:tint val="75000"/>
                  </a:schemeClr>
                </a:solidFill>
              </a:defRPr>
            </a:lvl3pPr>
            <a:lvl4pPr marL="475259" indent="0">
              <a:buNone/>
              <a:defRPr sz="554">
                <a:solidFill>
                  <a:schemeClr val="tx1">
                    <a:tint val="75000"/>
                  </a:schemeClr>
                </a:solidFill>
              </a:defRPr>
            </a:lvl4pPr>
            <a:lvl5pPr marL="633679" indent="0">
              <a:buNone/>
              <a:defRPr sz="554">
                <a:solidFill>
                  <a:schemeClr val="tx1">
                    <a:tint val="75000"/>
                  </a:schemeClr>
                </a:solidFill>
              </a:defRPr>
            </a:lvl5pPr>
            <a:lvl6pPr marL="792099" indent="0">
              <a:buNone/>
              <a:defRPr sz="554">
                <a:solidFill>
                  <a:schemeClr val="tx1">
                    <a:tint val="75000"/>
                  </a:schemeClr>
                </a:solidFill>
              </a:defRPr>
            </a:lvl6pPr>
            <a:lvl7pPr marL="950519" indent="0">
              <a:buNone/>
              <a:defRPr sz="554">
                <a:solidFill>
                  <a:schemeClr val="tx1">
                    <a:tint val="75000"/>
                  </a:schemeClr>
                </a:solidFill>
              </a:defRPr>
            </a:lvl7pPr>
            <a:lvl8pPr marL="1108939" indent="0">
              <a:buNone/>
              <a:defRPr sz="554">
                <a:solidFill>
                  <a:schemeClr val="tx1">
                    <a:tint val="75000"/>
                  </a:schemeClr>
                </a:solidFill>
              </a:defRPr>
            </a:lvl8pPr>
            <a:lvl9pPr marL="1267358" indent="0">
              <a:buNone/>
              <a:defRPr sz="55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866B-0539-4E4D-B0DC-62AD3A923930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6A314-4C92-4C5E-898D-B68CF4B6F6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240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0423" y="632630"/>
            <a:ext cx="2784436" cy="15078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16754" y="632630"/>
            <a:ext cx="2784436" cy="15078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866B-0539-4E4D-B0DC-62AD3A923930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6A314-4C92-4C5E-898D-B68CF4B6F6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3506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277" y="126526"/>
            <a:ext cx="5650766" cy="45934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1277" y="582570"/>
            <a:ext cx="2771639" cy="285508"/>
          </a:xfrm>
        </p:spPr>
        <p:txBody>
          <a:bodyPr anchor="b"/>
          <a:lstStyle>
            <a:lvl1pPr marL="0" indent="0">
              <a:buNone/>
              <a:defRPr sz="832" b="1"/>
            </a:lvl1pPr>
            <a:lvl2pPr marL="158420" indent="0">
              <a:buNone/>
              <a:defRPr sz="693" b="1"/>
            </a:lvl2pPr>
            <a:lvl3pPr marL="316840" indent="0">
              <a:buNone/>
              <a:defRPr sz="624" b="1"/>
            </a:lvl3pPr>
            <a:lvl4pPr marL="475259" indent="0">
              <a:buNone/>
              <a:defRPr sz="554" b="1"/>
            </a:lvl4pPr>
            <a:lvl5pPr marL="633679" indent="0">
              <a:buNone/>
              <a:defRPr sz="554" b="1"/>
            </a:lvl5pPr>
            <a:lvl6pPr marL="792099" indent="0">
              <a:buNone/>
              <a:defRPr sz="554" b="1"/>
            </a:lvl6pPr>
            <a:lvl7pPr marL="950519" indent="0">
              <a:buNone/>
              <a:defRPr sz="554" b="1"/>
            </a:lvl7pPr>
            <a:lvl8pPr marL="1108939" indent="0">
              <a:buNone/>
              <a:defRPr sz="554" b="1"/>
            </a:lvl8pPr>
            <a:lvl9pPr marL="1267358" indent="0">
              <a:buNone/>
              <a:defRPr sz="55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1277" y="868078"/>
            <a:ext cx="2771639" cy="12768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16754" y="582570"/>
            <a:ext cx="2785289" cy="285508"/>
          </a:xfrm>
        </p:spPr>
        <p:txBody>
          <a:bodyPr anchor="b"/>
          <a:lstStyle>
            <a:lvl1pPr marL="0" indent="0">
              <a:buNone/>
              <a:defRPr sz="832" b="1"/>
            </a:lvl1pPr>
            <a:lvl2pPr marL="158420" indent="0">
              <a:buNone/>
              <a:defRPr sz="693" b="1"/>
            </a:lvl2pPr>
            <a:lvl3pPr marL="316840" indent="0">
              <a:buNone/>
              <a:defRPr sz="624" b="1"/>
            </a:lvl3pPr>
            <a:lvl4pPr marL="475259" indent="0">
              <a:buNone/>
              <a:defRPr sz="554" b="1"/>
            </a:lvl4pPr>
            <a:lvl5pPr marL="633679" indent="0">
              <a:buNone/>
              <a:defRPr sz="554" b="1"/>
            </a:lvl5pPr>
            <a:lvl6pPr marL="792099" indent="0">
              <a:buNone/>
              <a:defRPr sz="554" b="1"/>
            </a:lvl6pPr>
            <a:lvl7pPr marL="950519" indent="0">
              <a:buNone/>
              <a:defRPr sz="554" b="1"/>
            </a:lvl7pPr>
            <a:lvl8pPr marL="1108939" indent="0">
              <a:buNone/>
              <a:defRPr sz="554" b="1"/>
            </a:lvl8pPr>
            <a:lvl9pPr marL="1267358" indent="0">
              <a:buNone/>
              <a:defRPr sz="55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316754" y="868078"/>
            <a:ext cx="2785289" cy="12768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866B-0539-4E4D-B0DC-62AD3A923930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6A314-4C92-4C5E-898D-B68CF4B6F6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3094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866B-0539-4E4D-B0DC-62AD3A923930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6A314-4C92-4C5E-898D-B68CF4B6F6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9201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866B-0539-4E4D-B0DC-62AD3A923930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6A314-4C92-4C5E-898D-B68CF4B6F6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2322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277" y="158432"/>
            <a:ext cx="2113066" cy="554514"/>
          </a:xfrm>
        </p:spPr>
        <p:txBody>
          <a:bodyPr anchor="b"/>
          <a:lstStyle>
            <a:lvl1pPr>
              <a:defRPr sz="110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85289" y="342170"/>
            <a:ext cx="3316754" cy="1688847"/>
          </a:xfrm>
        </p:spPr>
        <p:txBody>
          <a:bodyPr/>
          <a:lstStyle>
            <a:lvl1pPr>
              <a:defRPr sz="1109"/>
            </a:lvl1pPr>
            <a:lvl2pPr>
              <a:defRPr sz="970"/>
            </a:lvl2pPr>
            <a:lvl3pPr>
              <a:defRPr sz="832"/>
            </a:lvl3pPr>
            <a:lvl4pPr>
              <a:defRPr sz="693"/>
            </a:lvl4pPr>
            <a:lvl5pPr>
              <a:defRPr sz="693"/>
            </a:lvl5pPr>
            <a:lvl6pPr>
              <a:defRPr sz="693"/>
            </a:lvl6pPr>
            <a:lvl7pPr>
              <a:defRPr sz="693"/>
            </a:lvl7pPr>
            <a:lvl8pPr>
              <a:defRPr sz="693"/>
            </a:lvl8pPr>
            <a:lvl9pPr>
              <a:defRPr sz="69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1277" y="712947"/>
            <a:ext cx="2113066" cy="1320821"/>
          </a:xfrm>
        </p:spPr>
        <p:txBody>
          <a:bodyPr/>
          <a:lstStyle>
            <a:lvl1pPr marL="0" indent="0">
              <a:buNone/>
              <a:defRPr sz="554"/>
            </a:lvl1pPr>
            <a:lvl2pPr marL="158420" indent="0">
              <a:buNone/>
              <a:defRPr sz="485"/>
            </a:lvl2pPr>
            <a:lvl3pPr marL="316840" indent="0">
              <a:buNone/>
              <a:defRPr sz="416"/>
            </a:lvl3pPr>
            <a:lvl4pPr marL="475259" indent="0">
              <a:buNone/>
              <a:defRPr sz="347"/>
            </a:lvl4pPr>
            <a:lvl5pPr marL="633679" indent="0">
              <a:buNone/>
              <a:defRPr sz="347"/>
            </a:lvl5pPr>
            <a:lvl6pPr marL="792099" indent="0">
              <a:buNone/>
              <a:defRPr sz="347"/>
            </a:lvl6pPr>
            <a:lvl7pPr marL="950519" indent="0">
              <a:buNone/>
              <a:defRPr sz="347"/>
            </a:lvl7pPr>
            <a:lvl8pPr marL="1108939" indent="0">
              <a:buNone/>
              <a:defRPr sz="347"/>
            </a:lvl8pPr>
            <a:lvl9pPr marL="1267358" indent="0">
              <a:buNone/>
              <a:defRPr sz="34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866B-0539-4E4D-B0DC-62AD3A923930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6A314-4C92-4C5E-898D-B68CF4B6F6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837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277" y="158432"/>
            <a:ext cx="2113066" cy="554514"/>
          </a:xfrm>
        </p:spPr>
        <p:txBody>
          <a:bodyPr anchor="b"/>
          <a:lstStyle>
            <a:lvl1pPr>
              <a:defRPr sz="110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85289" y="342170"/>
            <a:ext cx="3316754" cy="1688847"/>
          </a:xfrm>
        </p:spPr>
        <p:txBody>
          <a:bodyPr anchor="t"/>
          <a:lstStyle>
            <a:lvl1pPr marL="0" indent="0">
              <a:buNone/>
              <a:defRPr sz="1109"/>
            </a:lvl1pPr>
            <a:lvl2pPr marL="158420" indent="0">
              <a:buNone/>
              <a:defRPr sz="970"/>
            </a:lvl2pPr>
            <a:lvl3pPr marL="316840" indent="0">
              <a:buNone/>
              <a:defRPr sz="832"/>
            </a:lvl3pPr>
            <a:lvl4pPr marL="475259" indent="0">
              <a:buNone/>
              <a:defRPr sz="693"/>
            </a:lvl4pPr>
            <a:lvl5pPr marL="633679" indent="0">
              <a:buNone/>
              <a:defRPr sz="693"/>
            </a:lvl5pPr>
            <a:lvl6pPr marL="792099" indent="0">
              <a:buNone/>
              <a:defRPr sz="693"/>
            </a:lvl6pPr>
            <a:lvl7pPr marL="950519" indent="0">
              <a:buNone/>
              <a:defRPr sz="693"/>
            </a:lvl7pPr>
            <a:lvl8pPr marL="1108939" indent="0">
              <a:buNone/>
              <a:defRPr sz="693"/>
            </a:lvl8pPr>
            <a:lvl9pPr marL="1267358" indent="0">
              <a:buNone/>
              <a:defRPr sz="693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1277" y="712947"/>
            <a:ext cx="2113066" cy="1320821"/>
          </a:xfrm>
        </p:spPr>
        <p:txBody>
          <a:bodyPr/>
          <a:lstStyle>
            <a:lvl1pPr marL="0" indent="0">
              <a:buNone/>
              <a:defRPr sz="554"/>
            </a:lvl1pPr>
            <a:lvl2pPr marL="158420" indent="0">
              <a:buNone/>
              <a:defRPr sz="485"/>
            </a:lvl2pPr>
            <a:lvl3pPr marL="316840" indent="0">
              <a:buNone/>
              <a:defRPr sz="416"/>
            </a:lvl3pPr>
            <a:lvl4pPr marL="475259" indent="0">
              <a:buNone/>
              <a:defRPr sz="347"/>
            </a:lvl4pPr>
            <a:lvl5pPr marL="633679" indent="0">
              <a:buNone/>
              <a:defRPr sz="347"/>
            </a:lvl5pPr>
            <a:lvl6pPr marL="792099" indent="0">
              <a:buNone/>
              <a:defRPr sz="347"/>
            </a:lvl6pPr>
            <a:lvl7pPr marL="950519" indent="0">
              <a:buNone/>
              <a:defRPr sz="347"/>
            </a:lvl7pPr>
            <a:lvl8pPr marL="1108939" indent="0">
              <a:buNone/>
              <a:defRPr sz="347"/>
            </a:lvl8pPr>
            <a:lvl9pPr marL="1267358" indent="0">
              <a:buNone/>
              <a:defRPr sz="34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866B-0539-4E4D-B0DC-62AD3A923930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6A314-4C92-4C5E-898D-B68CF4B6F6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839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866B-0539-4E4D-B0DC-62AD3A923930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6A314-4C92-4C5E-898D-B68CF4B6F6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093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688498" y="126526"/>
            <a:ext cx="1412692" cy="201396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0424" y="126526"/>
            <a:ext cx="4156179" cy="201396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866B-0539-4E4D-B0DC-62AD3A923930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6A314-4C92-4C5E-898D-B68CF4B6F6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8191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0424" y="126526"/>
            <a:ext cx="5650766" cy="45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0424" y="632630"/>
            <a:ext cx="5650766" cy="15078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0423" y="2202652"/>
            <a:ext cx="1474113" cy="1265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1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0866B-0539-4E4D-B0DC-62AD3A923930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0222" y="2202652"/>
            <a:ext cx="2211169" cy="1265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1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27077" y="2202652"/>
            <a:ext cx="1474113" cy="1265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1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76A314-4C92-4C5E-898D-B68CF4B6F6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1481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16840" rtl="0" eaLnBrk="1" latinLnBrk="0" hangingPunct="1">
        <a:lnSpc>
          <a:spcPct val="90000"/>
        </a:lnSpc>
        <a:spcBef>
          <a:spcPct val="0"/>
        </a:spcBef>
        <a:buNone/>
        <a:defRPr sz="15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9210" indent="-79210" algn="l" defTabSz="316840" rtl="0" eaLnBrk="1" latinLnBrk="0" hangingPunct="1">
        <a:lnSpc>
          <a:spcPct val="90000"/>
        </a:lnSpc>
        <a:spcBef>
          <a:spcPts val="347"/>
        </a:spcBef>
        <a:buFont typeface="Arial" panose="020B0604020202020204" pitchFamily="34" charset="0"/>
        <a:buChar char="•"/>
        <a:defRPr sz="970" kern="1200">
          <a:solidFill>
            <a:schemeClr val="tx1"/>
          </a:solidFill>
          <a:latin typeface="+mn-lt"/>
          <a:ea typeface="+mn-ea"/>
          <a:cs typeface="+mn-cs"/>
        </a:defRPr>
      </a:lvl1pPr>
      <a:lvl2pPr marL="237630" indent="-79210" algn="l" defTabSz="316840" rtl="0" eaLnBrk="1" latinLnBrk="0" hangingPunct="1">
        <a:lnSpc>
          <a:spcPct val="90000"/>
        </a:lnSpc>
        <a:spcBef>
          <a:spcPts val="173"/>
        </a:spcBef>
        <a:buFont typeface="Arial" panose="020B0604020202020204" pitchFamily="34" charset="0"/>
        <a:buChar char="•"/>
        <a:defRPr sz="832" kern="1200">
          <a:solidFill>
            <a:schemeClr val="tx1"/>
          </a:solidFill>
          <a:latin typeface="+mn-lt"/>
          <a:ea typeface="+mn-ea"/>
          <a:cs typeface="+mn-cs"/>
        </a:defRPr>
      </a:lvl2pPr>
      <a:lvl3pPr marL="396050" indent="-79210" algn="l" defTabSz="316840" rtl="0" eaLnBrk="1" latinLnBrk="0" hangingPunct="1">
        <a:lnSpc>
          <a:spcPct val="90000"/>
        </a:lnSpc>
        <a:spcBef>
          <a:spcPts val="173"/>
        </a:spcBef>
        <a:buFont typeface="Arial" panose="020B0604020202020204" pitchFamily="34" charset="0"/>
        <a:buChar char="•"/>
        <a:defRPr sz="693" kern="1200">
          <a:solidFill>
            <a:schemeClr val="tx1"/>
          </a:solidFill>
          <a:latin typeface="+mn-lt"/>
          <a:ea typeface="+mn-ea"/>
          <a:cs typeface="+mn-cs"/>
        </a:defRPr>
      </a:lvl3pPr>
      <a:lvl4pPr marL="554469" indent="-79210" algn="l" defTabSz="316840" rtl="0" eaLnBrk="1" latinLnBrk="0" hangingPunct="1">
        <a:lnSpc>
          <a:spcPct val="90000"/>
        </a:lnSpc>
        <a:spcBef>
          <a:spcPts val="173"/>
        </a:spcBef>
        <a:buFont typeface="Arial" panose="020B0604020202020204" pitchFamily="34" charset="0"/>
        <a:buChar char="•"/>
        <a:defRPr sz="624" kern="1200">
          <a:solidFill>
            <a:schemeClr val="tx1"/>
          </a:solidFill>
          <a:latin typeface="+mn-lt"/>
          <a:ea typeface="+mn-ea"/>
          <a:cs typeface="+mn-cs"/>
        </a:defRPr>
      </a:lvl4pPr>
      <a:lvl5pPr marL="712889" indent="-79210" algn="l" defTabSz="316840" rtl="0" eaLnBrk="1" latinLnBrk="0" hangingPunct="1">
        <a:lnSpc>
          <a:spcPct val="90000"/>
        </a:lnSpc>
        <a:spcBef>
          <a:spcPts val="173"/>
        </a:spcBef>
        <a:buFont typeface="Arial" panose="020B0604020202020204" pitchFamily="34" charset="0"/>
        <a:buChar char="•"/>
        <a:defRPr sz="624" kern="1200">
          <a:solidFill>
            <a:schemeClr val="tx1"/>
          </a:solidFill>
          <a:latin typeface="+mn-lt"/>
          <a:ea typeface="+mn-ea"/>
          <a:cs typeface="+mn-cs"/>
        </a:defRPr>
      </a:lvl5pPr>
      <a:lvl6pPr marL="871309" indent="-79210" algn="l" defTabSz="316840" rtl="0" eaLnBrk="1" latinLnBrk="0" hangingPunct="1">
        <a:lnSpc>
          <a:spcPct val="90000"/>
        </a:lnSpc>
        <a:spcBef>
          <a:spcPts val="173"/>
        </a:spcBef>
        <a:buFont typeface="Arial" panose="020B0604020202020204" pitchFamily="34" charset="0"/>
        <a:buChar char="•"/>
        <a:defRPr sz="624" kern="1200">
          <a:solidFill>
            <a:schemeClr val="tx1"/>
          </a:solidFill>
          <a:latin typeface="+mn-lt"/>
          <a:ea typeface="+mn-ea"/>
          <a:cs typeface="+mn-cs"/>
        </a:defRPr>
      </a:lvl6pPr>
      <a:lvl7pPr marL="1029729" indent="-79210" algn="l" defTabSz="316840" rtl="0" eaLnBrk="1" latinLnBrk="0" hangingPunct="1">
        <a:lnSpc>
          <a:spcPct val="90000"/>
        </a:lnSpc>
        <a:spcBef>
          <a:spcPts val="173"/>
        </a:spcBef>
        <a:buFont typeface="Arial" panose="020B0604020202020204" pitchFamily="34" charset="0"/>
        <a:buChar char="•"/>
        <a:defRPr sz="624" kern="1200">
          <a:solidFill>
            <a:schemeClr val="tx1"/>
          </a:solidFill>
          <a:latin typeface="+mn-lt"/>
          <a:ea typeface="+mn-ea"/>
          <a:cs typeface="+mn-cs"/>
        </a:defRPr>
      </a:lvl7pPr>
      <a:lvl8pPr marL="1188149" indent="-79210" algn="l" defTabSz="316840" rtl="0" eaLnBrk="1" latinLnBrk="0" hangingPunct="1">
        <a:lnSpc>
          <a:spcPct val="90000"/>
        </a:lnSpc>
        <a:spcBef>
          <a:spcPts val="173"/>
        </a:spcBef>
        <a:buFont typeface="Arial" panose="020B0604020202020204" pitchFamily="34" charset="0"/>
        <a:buChar char="•"/>
        <a:defRPr sz="624" kern="1200">
          <a:solidFill>
            <a:schemeClr val="tx1"/>
          </a:solidFill>
          <a:latin typeface="+mn-lt"/>
          <a:ea typeface="+mn-ea"/>
          <a:cs typeface="+mn-cs"/>
        </a:defRPr>
      </a:lvl8pPr>
      <a:lvl9pPr marL="1346568" indent="-79210" algn="l" defTabSz="316840" rtl="0" eaLnBrk="1" latinLnBrk="0" hangingPunct="1">
        <a:lnSpc>
          <a:spcPct val="90000"/>
        </a:lnSpc>
        <a:spcBef>
          <a:spcPts val="173"/>
        </a:spcBef>
        <a:buFont typeface="Arial" panose="020B0604020202020204" pitchFamily="34" charset="0"/>
        <a:buChar char="•"/>
        <a:defRPr sz="62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16840" rtl="0" eaLnBrk="1" latinLnBrk="0" hangingPunct="1">
        <a:defRPr sz="624" kern="1200">
          <a:solidFill>
            <a:schemeClr val="tx1"/>
          </a:solidFill>
          <a:latin typeface="+mn-lt"/>
          <a:ea typeface="+mn-ea"/>
          <a:cs typeface="+mn-cs"/>
        </a:defRPr>
      </a:lvl1pPr>
      <a:lvl2pPr marL="158420" algn="l" defTabSz="316840" rtl="0" eaLnBrk="1" latinLnBrk="0" hangingPunct="1">
        <a:defRPr sz="624" kern="1200">
          <a:solidFill>
            <a:schemeClr val="tx1"/>
          </a:solidFill>
          <a:latin typeface="+mn-lt"/>
          <a:ea typeface="+mn-ea"/>
          <a:cs typeface="+mn-cs"/>
        </a:defRPr>
      </a:lvl2pPr>
      <a:lvl3pPr marL="316840" algn="l" defTabSz="316840" rtl="0" eaLnBrk="1" latinLnBrk="0" hangingPunct="1">
        <a:defRPr sz="624" kern="1200">
          <a:solidFill>
            <a:schemeClr val="tx1"/>
          </a:solidFill>
          <a:latin typeface="+mn-lt"/>
          <a:ea typeface="+mn-ea"/>
          <a:cs typeface="+mn-cs"/>
        </a:defRPr>
      </a:lvl3pPr>
      <a:lvl4pPr marL="475259" algn="l" defTabSz="316840" rtl="0" eaLnBrk="1" latinLnBrk="0" hangingPunct="1">
        <a:defRPr sz="624" kern="1200">
          <a:solidFill>
            <a:schemeClr val="tx1"/>
          </a:solidFill>
          <a:latin typeface="+mn-lt"/>
          <a:ea typeface="+mn-ea"/>
          <a:cs typeface="+mn-cs"/>
        </a:defRPr>
      </a:lvl4pPr>
      <a:lvl5pPr marL="633679" algn="l" defTabSz="316840" rtl="0" eaLnBrk="1" latinLnBrk="0" hangingPunct="1">
        <a:defRPr sz="624" kern="1200">
          <a:solidFill>
            <a:schemeClr val="tx1"/>
          </a:solidFill>
          <a:latin typeface="+mn-lt"/>
          <a:ea typeface="+mn-ea"/>
          <a:cs typeface="+mn-cs"/>
        </a:defRPr>
      </a:lvl5pPr>
      <a:lvl6pPr marL="792099" algn="l" defTabSz="316840" rtl="0" eaLnBrk="1" latinLnBrk="0" hangingPunct="1">
        <a:defRPr sz="624" kern="1200">
          <a:solidFill>
            <a:schemeClr val="tx1"/>
          </a:solidFill>
          <a:latin typeface="+mn-lt"/>
          <a:ea typeface="+mn-ea"/>
          <a:cs typeface="+mn-cs"/>
        </a:defRPr>
      </a:lvl6pPr>
      <a:lvl7pPr marL="950519" algn="l" defTabSz="316840" rtl="0" eaLnBrk="1" latinLnBrk="0" hangingPunct="1">
        <a:defRPr sz="624" kern="1200">
          <a:solidFill>
            <a:schemeClr val="tx1"/>
          </a:solidFill>
          <a:latin typeface="+mn-lt"/>
          <a:ea typeface="+mn-ea"/>
          <a:cs typeface="+mn-cs"/>
        </a:defRPr>
      </a:lvl7pPr>
      <a:lvl8pPr marL="1108939" algn="l" defTabSz="316840" rtl="0" eaLnBrk="1" latinLnBrk="0" hangingPunct="1">
        <a:defRPr sz="624" kern="1200">
          <a:solidFill>
            <a:schemeClr val="tx1"/>
          </a:solidFill>
          <a:latin typeface="+mn-lt"/>
          <a:ea typeface="+mn-ea"/>
          <a:cs typeface="+mn-cs"/>
        </a:defRPr>
      </a:lvl8pPr>
      <a:lvl9pPr marL="1267358" algn="l" defTabSz="316840" rtl="0" eaLnBrk="1" latinLnBrk="0" hangingPunct="1">
        <a:defRPr sz="62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BB156055-C7FA-36A6-FA1C-D9DD2777C3E3}"/>
              </a:ext>
            </a:extLst>
          </p:cNvPr>
          <p:cNvGrpSpPr/>
          <p:nvPr/>
        </p:nvGrpSpPr>
        <p:grpSpPr>
          <a:xfrm>
            <a:off x="20725" y="22191"/>
            <a:ext cx="6480000" cy="2297705"/>
            <a:chOff x="20725" y="22191"/>
            <a:chExt cx="6480000" cy="2297705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49604E42-C98D-9F58-87C0-84FDACCEEF3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0725" y="22191"/>
              <a:ext cx="6480000" cy="1137478"/>
              <a:chOff x="-5780094" y="-1877863"/>
              <a:chExt cx="39068777" cy="6858000"/>
            </a:xfrm>
          </p:grpSpPr>
          <p:pic>
            <p:nvPicPr>
              <p:cNvPr id="5" name="图片 4">
                <a:extLst>
                  <a:ext uri="{FF2B5EF4-FFF2-40B4-BE49-F238E27FC236}">
                    <a16:creationId xmlns:a16="http://schemas.microsoft.com/office/drawing/2014/main" id="{0A870059-0110-ECDF-897B-B8564BD574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11104" y="-1877863"/>
                <a:ext cx="4799603" cy="6858000"/>
              </a:xfrm>
              <a:prstGeom prst="rect">
                <a:avLst/>
              </a:prstGeom>
            </p:spPr>
          </p:pic>
          <p:pic>
            <p:nvPicPr>
              <p:cNvPr id="9" name="图片 8">
                <a:extLst>
                  <a:ext uri="{FF2B5EF4-FFF2-40B4-BE49-F238E27FC236}">
                    <a16:creationId xmlns:a16="http://schemas.microsoft.com/office/drawing/2014/main" id="{107CB7DB-6592-06CA-9915-D2ACAC3033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884500" y="-1877863"/>
                <a:ext cx="4799603" cy="6858000"/>
              </a:xfrm>
              <a:prstGeom prst="rect">
                <a:avLst/>
              </a:prstGeom>
            </p:spPr>
          </p:pic>
          <p:pic>
            <p:nvPicPr>
              <p:cNvPr id="11" name="图片 10">
                <a:extLst>
                  <a:ext uri="{FF2B5EF4-FFF2-40B4-BE49-F238E27FC236}">
                    <a16:creationId xmlns:a16="http://schemas.microsoft.com/office/drawing/2014/main" id="{147355A8-F5AA-D49F-164E-312797BDA3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906700" y="-1877863"/>
                <a:ext cx="4799603" cy="6858000"/>
              </a:xfrm>
              <a:prstGeom prst="rect">
                <a:avLst/>
              </a:prstGeom>
            </p:spPr>
          </p:pic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EA735EB6-35A6-5752-E2DB-C7E00B82D6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697890" y="-1877863"/>
                <a:ext cx="4799603" cy="6858000"/>
              </a:xfrm>
              <a:prstGeom prst="rect">
                <a:avLst/>
              </a:prstGeom>
            </p:spPr>
          </p:pic>
          <p:pic>
            <p:nvPicPr>
              <p:cNvPr id="23" name="图片 22">
                <a:extLst>
                  <a:ext uri="{FF2B5EF4-FFF2-40B4-BE49-F238E27FC236}">
                    <a16:creationId xmlns:a16="http://schemas.microsoft.com/office/drawing/2014/main" id="{73DDDA22-748D-87CA-D8A7-C87C26BAC4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802286" y="-1877863"/>
                <a:ext cx="4799605" cy="6858000"/>
              </a:xfrm>
              <a:prstGeom prst="rect">
                <a:avLst/>
              </a:prstGeom>
            </p:spPr>
          </p:pic>
          <p:pic>
            <p:nvPicPr>
              <p:cNvPr id="25" name="图片 24">
                <a:extLst>
                  <a:ext uri="{FF2B5EF4-FFF2-40B4-BE49-F238E27FC236}">
                    <a16:creationId xmlns:a16="http://schemas.microsoft.com/office/drawing/2014/main" id="{8542CA6B-45DB-EF67-D175-046F2ED3D3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593485" y="-1877863"/>
                <a:ext cx="4799603" cy="6858000"/>
              </a:xfrm>
              <a:prstGeom prst="rect">
                <a:avLst/>
              </a:prstGeom>
            </p:spPr>
          </p:pic>
          <p:pic>
            <p:nvPicPr>
              <p:cNvPr id="27" name="图片 26">
                <a:extLst>
                  <a:ext uri="{FF2B5EF4-FFF2-40B4-BE49-F238E27FC236}">
                    <a16:creationId xmlns:a16="http://schemas.microsoft.com/office/drawing/2014/main" id="{B170BECB-3058-4980-1748-31554C0778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489080" y="-1877863"/>
                <a:ext cx="4799603" cy="6858000"/>
              </a:xfrm>
              <a:prstGeom prst="rect">
                <a:avLst/>
              </a:prstGeom>
            </p:spPr>
          </p:pic>
          <p:pic>
            <p:nvPicPr>
              <p:cNvPr id="29" name="图片 28">
                <a:extLst>
                  <a:ext uri="{FF2B5EF4-FFF2-40B4-BE49-F238E27FC236}">
                    <a16:creationId xmlns:a16="http://schemas.microsoft.com/office/drawing/2014/main" id="{6485A00D-CF94-F8DD-10D9-D870115791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5780094" y="-1877863"/>
                <a:ext cx="4799603" cy="6858000"/>
              </a:xfrm>
              <a:prstGeom prst="rect">
                <a:avLst/>
              </a:prstGeom>
            </p:spPr>
          </p:pic>
        </p:grp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4AB7F994-12FD-339C-6640-9F2D851D6DF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0725" y="1182419"/>
              <a:ext cx="6480000" cy="1137477"/>
              <a:chOff x="-8142294" y="1854200"/>
              <a:chExt cx="39068770" cy="6858000"/>
            </a:xfrm>
          </p:grpSpPr>
          <p:pic>
            <p:nvPicPr>
              <p:cNvPr id="3" name="图片 2">
                <a:extLst>
                  <a:ext uri="{FF2B5EF4-FFF2-40B4-BE49-F238E27FC236}">
                    <a16:creationId xmlns:a16="http://schemas.microsoft.com/office/drawing/2014/main" id="{07B3D334-22B9-9845-29A0-26A1988B69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8142294" y="1854200"/>
                <a:ext cx="4799603" cy="6858000"/>
              </a:xfrm>
              <a:prstGeom prst="rect">
                <a:avLst/>
              </a:prstGeom>
            </p:spPr>
          </p:pic>
          <p:pic>
            <p:nvPicPr>
              <p:cNvPr id="4" name="图片 3">
                <a:extLst>
                  <a:ext uri="{FF2B5EF4-FFF2-40B4-BE49-F238E27FC236}">
                    <a16:creationId xmlns:a16="http://schemas.microsoft.com/office/drawing/2014/main" id="{6B0E9B9A-2DF8-7286-66E7-8B6752C94D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246699" y="1854200"/>
                <a:ext cx="4799603" cy="6858000"/>
              </a:xfrm>
              <a:prstGeom prst="rect">
                <a:avLst/>
              </a:prstGeom>
            </p:spPr>
          </p:pic>
          <p:pic>
            <p:nvPicPr>
              <p:cNvPr id="6" name="图片 5">
                <a:extLst>
                  <a:ext uri="{FF2B5EF4-FFF2-40B4-BE49-F238E27FC236}">
                    <a16:creationId xmlns:a16="http://schemas.microsoft.com/office/drawing/2014/main" id="{14F863A9-5898-ABA0-1929-46AFBA53A5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48897" y="1854200"/>
                <a:ext cx="4799603" cy="6858000"/>
              </a:xfrm>
              <a:prstGeom prst="rect">
                <a:avLst/>
              </a:prstGeom>
            </p:spPr>
          </p:pic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C16E2309-611B-8B40-9B4A-B27CE33B31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44492" y="1854200"/>
                <a:ext cx="4799603" cy="6858000"/>
              </a:xfrm>
              <a:prstGeom prst="rect">
                <a:avLst/>
              </a:prstGeom>
            </p:spPr>
          </p:pic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94528C73-897C-8922-8325-52389FEF77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440087" y="1854200"/>
                <a:ext cx="4799603" cy="6858000"/>
              </a:xfrm>
              <a:prstGeom prst="rect">
                <a:avLst/>
              </a:prstGeom>
            </p:spPr>
          </p:pic>
          <p:pic>
            <p:nvPicPr>
              <p:cNvPr id="10" name="图片 9">
                <a:extLst>
                  <a:ext uri="{FF2B5EF4-FFF2-40B4-BE49-F238E27FC236}">
                    <a16:creationId xmlns:a16="http://schemas.microsoft.com/office/drawing/2014/main" id="{D1388625-9B24-B401-DB14-1426B2DF8E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335682" y="1854200"/>
                <a:ext cx="4799603" cy="6858000"/>
              </a:xfrm>
              <a:prstGeom prst="rect">
                <a:avLst/>
              </a:prstGeom>
            </p:spPr>
          </p:pic>
          <p:pic>
            <p:nvPicPr>
              <p:cNvPr id="12" name="图片 11">
                <a:extLst>
                  <a:ext uri="{FF2B5EF4-FFF2-40B4-BE49-F238E27FC236}">
                    <a16:creationId xmlns:a16="http://schemas.microsoft.com/office/drawing/2014/main" id="{B5B05A59-3BDA-9578-D0EE-D410174422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231278" y="1854200"/>
                <a:ext cx="4799603" cy="6858000"/>
              </a:xfrm>
              <a:prstGeom prst="rect">
                <a:avLst/>
              </a:prstGeom>
            </p:spPr>
          </p:pic>
          <p:pic>
            <p:nvPicPr>
              <p:cNvPr id="13" name="图片 12">
                <a:extLst>
                  <a:ext uri="{FF2B5EF4-FFF2-40B4-BE49-F238E27FC236}">
                    <a16:creationId xmlns:a16="http://schemas.microsoft.com/office/drawing/2014/main" id="{990E74A1-5A33-60E2-7D2C-8C2072054F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126873" y="1854200"/>
                <a:ext cx="4799603" cy="68580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497614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712BE-7A0D-BA4B-FCEE-B4E9EFA63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组合 47">
            <a:extLst>
              <a:ext uri="{FF2B5EF4-FFF2-40B4-BE49-F238E27FC236}">
                <a16:creationId xmlns:a16="http://schemas.microsoft.com/office/drawing/2014/main" id="{01E574D9-6772-E980-3383-8B25223B64A3}"/>
              </a:ext>
            </a:extLst>
          </p:cNvPr>
          <p:cNvGrpSpPr>
            <a:grpSpLocks noChangeAspect="1"/>
          </p:cNvGrpSpPr>
          <p:nvPr/>
        </p:nvGrpSpPr>
        <p:grpSpPr>
          <a:xfrm>
            <a:off x="42156" y="620681"/>
            <a:ext cx="6480000" cy="1137477"/>
            <a:chOff x="-8142294" y="1854200"/>
            <a:chExt cx="39068770" cy="6858000"/>
          </a:xfrm>
        </p:grpSpPr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6CF88F87-6D0D-A023-1643-92B3F3AEF7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8142294" y="1854200"/>
              <a:ext cx="4799603" cy="6858000"/>
            </a:xfrm>
            <a:prstGeom prst="rect">
              <a:avLst/>
            </a:prstGeom>
          </p:spPr>
        </p:pic>
        <p:pic>
          <p:nvPicPr>
            <p:cNvPr id="34" name="图片 33">
              <a:extLst>
                <a:ext uri="{FF2B5EF4-FFF2-40B4-BE49-F238E27FC236}">
                  <a16:creationId xmlns:a16="http://schemas.microsoft.com/office/drawing/2014/main" id="{BEC94820-CA23-13AD-549E-DA75731919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246699" y="1854200"/>
              <a:ext cx="4799603" cy="6858000"/>
            </a:xfrm>
            <a:prstGeom prst="rect">
              <a:avLst/>
            </a:prstGeom>
          </p:spPr>
        </p:pic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A4502293-3BE8-7032-2FB9-587A02B226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8897" y="1854200"/>
              <a:ext cx="4799603" cy="6858000"/>
            </a:xfrm>
            <a:prstGeom prst="rect">
              <a:avLst/>
            </a:prstGeom>
          </p:spPr>
        </p:pic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713ED817-909A-88A9-9B3A-4E9E8BCC80F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44492" y="1854200"/>
              <a:ext cx="4799603" cy="6858000"/>
            </a:xfrm>
            <a:prstGeom prst="rect">
              <a:avLst/>
            </a:prstGeom>
          </p:spPr>
        </p:pic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36CE06CF-F7A1-8246-90DF-8AB3CD06BB6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40087" y="1854200"/>
              <a:ext cx="4799603" cy="6858000"/>
            </a:xfrm>
            <a:prstGeom prst="rect">
              <a:avLst/>
            </a:prstGeom>
          </p:spPr>
        </p:pic>
        <p:pic>
          <p:nvPicPr>
            <p:cNvPr id="42" name="图片 41">
              <a:extLst>
                <a:ext uri="{FF2B5EF4-FFF2-40B4-BE49-F238E27FC236}">
                  <a16:creationId xmlns:a16="http://schemas.microsoft.com/office/drawing/2014/main" id="{45A12803-77E2-2156-3F84-725101B3CDD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335682" y="1854200"/>
              <a:ext cx="4799603" cy="6858000"/>
            </a:xfrm>
            <a:prstGeom prst="rect">
              <a:avLst/>
            </a:prstGeom>
          </p:spPr>
        </p:pic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1E7B5E92-7409-B489-93F4-D1F1EF2F278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31278" y="1854200"/>
              <a:ext cx="4799603" cy="6858000"/>
            </a:xfrm>
            <a:prstGeom prst="rect">
              <a:avLst/>
            </a:prstGeom>
          </p:spPr>
        </p:pic>
        <p:pic>
          <p:nvPicPr>
            <p:cNvPr id="46" name="图片 45">
              <a:extLst>
                <a:ext uri="{FF2B5EF4-FFF2-40B4-BE49-F238E27FC236}">
                  <a16:creationId xmlns:a16="http://schemas.microsoft.com/office/drawing/2014/main" id="{B0159849-929C-9B1A-E708-7C7944196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126873" y="1854200"/>
              <a:ext cx="4799603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84729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2007</TotalTime>
  <Words>0</Words>
  <Application>Microsoft Office PowerPoint</Application>
  <PresentationFormat>自定义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空 天</dc:creator>
  <cp:lastModifiedBy>空 天</cp:lastModifiedBy>
  <cp:revision>3</cp:revision>
  <dcterms:created xsi:type="dcterms:W3CDTF">2026-03-27T10:03:45Z</dcterms:created>
  <dcterms:modified xsi:type="dcterms:W3CDTF">2026-03-29T14:27:39Z</dcterms:modified>
</cp:coreProperties>
</file>