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</p:sldIdLst>
  <p:sldSz cx="6119813" cy="3959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" userDrawn="1">
          <p15:clr>
            <a:srgbClr val="A4A3A4"/>
          </p15:clr>
        </p15:guide>
        <p15:guide id="2" pos="1860" userDrawn="1">
          <p15:clr>
            <a:srgbClr val="A4A3A4"/>
          </p15:clr>
        </p15:guide>
        <p15:guide id="3" orient="horz" pos="2449" userDrawn="1">
          <p15:clr>
            <a:srgbClr val="A4A3A4"/>
          </p15:clr>
        </p15:guide>
        <p15:guide id="4" pos="3198" userDrawn="1">
          <p15:clr>
            <a:srgbClr val="A4A3A4"/>
          </p15:clr>
        </p15:guide>
        <p15:guide id="5" pos="680" userDrawn="1">
          <p15:clr>
            <a:srgbClr val="A4A3A4"/>
          </p15:clr>
        </p15:guide>
        <p15:guide id="6" pos="45" userDrawn="1">
          <p15:clr>
            <a:srgbClr val="A4A3A4"/>
          </p15:clr>
        </p15:guide>
        <p15:guide id="7" pos="1597" userDrawn="1">
          <p15:clr>
            <a:srgbClr val="A4A3A4"/>
          </p15:clr>
        </p15:guide>
        <p15:guide id="8" pos="37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68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4520" y="2056"/>
      </p:cViewPr>
      <p:guideLst>
        <p:guide orient="horz" pos="136"/>
        <p:guide pos="1860"/>
        <p:guide orient="horz" pos="2449"/>
        <p:guide pos="3198"/>
        <p:guide pos="680"/>
        <p:guide pos="45"/>
        <p:guide pos="1597"/>
        <p:guide pos="37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8986" y="647957"/>
            <a:ext cx="5201841" cy="1378397"/>
          </a:xfrm>
        </p:spPr>
        <p:txBody>
          <a:bodyPr anchor="b"/>
          <a:lstStyle>
            <a:lvl1pPr algn="ctr">
              <a:defRPr sz="346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4977" y="2079510"/>
            <a:ext cx="4589860" cy="955896"/>
          </a:xfrm>
        </p:spPr>
        <p:txBody>
          <a:bodyPr/>
          <a:lstStyle>
            <a:lvl1pPr marL="0" indent="0" algn="ctr">
              <a:buNone/>
              <a:defRPr sz="1386"/>
            </a:lvl1pPr>
            <a:lvl2pPr marL="263942" indent="0" algn="ctr">
              <a:buNone/>
              <a:defRPr sz="1155"/>
            </a:lvl2pPr>
            <a:lvl3pPr marL="527883" indent="0" algn="ctr">
              <a:buNone/>
              <a:defRPr sz="1039"/>
            </a:lvl3pPr>
            <a:lvl4pPr marL="791825" indent="0" algn="ctr">
              <a:buNone/>
              <a:defRPr sz="924"/>
            </a:lvl4pPr>
            <a:lvl5pPr marL="1055766" indent="0" algn="ctr">
              <a:buNone/>
              <a:defRPr sz="924"/>
            </a:lvl5pPr>
            <a:lvl6pPr marL="1319708" indent="0" algn="ctr">
              <a:buNone/>
              <a:defRPr sz="924"/>
            </a:lvl6pPr>
            <a:lvl7pPr marL="1583649" indent="0" algn="ctr">
              <a:buNone/>
              <a:defRPr sz="924"/>
            </a:lvl7pPr>
            <a:lvl8pPr marL="1847591" indent="0" algn="ctr">
              <a:buNone/>
              <a:defRPr sz="924"/>
            </a:lvl8pPr>
            <a:lvl9pPr marL="2111532" indent="0" algn="ctr">
              <a:buNone/>
              <a:defRPr sz="92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13D72-DA84-4294-82A6-28AD38AC8E6C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9153-8B99-4956-A0AD-B981E4E17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946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13D72-DA84-4294-82A6-28AD38AC8E6C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9153-8B99-4956-A0AD-B981E4E17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480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50" y="987058"/>
            <a:ext cx="5278339" cy="1646927"/>
          </a:xfrm>
        </p:spPr>
        <p:txBody>
          <a:bodyPr anchor="b"/>
          <a:lstStyle>
            <a:lvl1pPr>
              <a:defRPr sz="346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550" y="2649566"/>
            <a:ext cx="5278339" cy="866080"/>
          </a:xfrm>
        </p:spPr>
        <p:txBody>
          <a:bodyPr/>
          <a:lstStyle>
            <a:lvl1pPr marL="0" indent="0">
              <a:buNone/>
              <a:defRPr sz="1386">
                <a:solidFill>
                  <a:schemeClr val="tx1"/>
                </a:solidFill>
              </a:defRPr>
            </a:lvl1pPr>
            <a:lvl2pPr marL="263942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2pPr>
            <a:lvl3pPr marL="527883" indent="0">
              <a:buNone/>
              <a:defRPr sz="1039">
                <a:solidFill>
                  <a:schemeClr val="tx1">
                    <a:tint val="75000"/>
                  </a:schemeClr>
                </a:solidFill>
              </a:defRPr>
            </a:lvl3pPr>
            <a:lvl4pPr marL="791825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4pPr>
            <a:lvl5pPr marL="1055766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5pPr>
            <a:lvl6pPr marL="1319708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6pPr>
            <a:lvl7pPr marL="1583649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7pPr>
            <a:lvl8pPr marL="1847591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8pPr>
            <a:lvl9pPr marL="2111532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13D72-DA84-4294-82A6-28AD38AC8E6C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9153-8B99-4956-A0AD-B981E4E17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8213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0737" y="1053960"/>
            <a:ext cx="2600921" cy="251209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155" y="1053960"/>
            <a:ext cx="2600921" cy="251209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13D72-DA84-4294-82A6-28AD38AC8E6C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9153-8B99-4956-A0AD-B981E4E17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7141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210793"/>
            <a:ext cx="5278339" cy="7652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1535" y="970560"/>
            <a:ext cx="2588967" cy="475657"/>
          </a:xfrm>
        </p:spPr>
        <p:txBody>
          <a:bodyPr anchor="b"/>
          <a:lstStyle>
            <a:lvl1pPr marL="0" indent="0">
              <a:buNone/>
              <a:defRPr sz="1386" b="1"/>
            </a:lvl1pPr>
            <a:lvl2pPr marL="263942" indent="0">
              <a:buNone/>
              <a:defRPr sz="1155" b="1"/>
            </a:lvl2pPr>
            <a:lvl3pPr marL="527883" indent="0">
              <a:buNone/>
              <a:defRPr sz="1039" b="1"/>
            </a:lvl3pPr>
            <a:lvl4pPr marL="791825" indent="0">
              <a:buNone/>
              <a:defRPr sz="924" b="1"/>
            </a:lvl4pPr>
            <a:lvl5pPr marL="1055766" indent="0">
              <a:buNone/>
              <a:defRPr sz="924" b="1"/>
            </a:lvl5pPr>
            <a:lvl6pPr marL="1319708" indent="0">
              <a:buNone/>
              <a:defRPr sz="924" b="1"/>
            </a:lvl6pPr>
            <a:lvl7pPr marL="1583649" indent="0">
              <a:buNone/>
              <a:defRPr sz="924" b="1"/>
            </a:lvl7pPr>
            <a:lvl8pPr marL="1847591" indent="0">
              <a:buNone/>
              <a:defRPr sz="924" b="1"/>
            </a:lvl8pPr>
            <a:lvl9pPr marL="2111532" indent="0">
              <a:buNone/>
              <a:defRPr sz="92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1535" y="1446217"/>
            <a:ext cx="2588967" cy="212716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8155" y="970560"/>
            <a:ext cx="2601718" cy="475657"/>
          </a:xfrm>
        </p:spPr>
        <p:txBody>
          <a:bodyPr anchor="b"/>
          <a:lstStyle>
            <a:lvl1pPr marL="0" indent="0">
              <a:buNone/>
              <a:defRPr sz="1386" b="1"/>
            </a:lvl1pPr>
            <a:lvl2pPr marL="263942" indent="0">
              <a:buNone/>
              <a:defRPr sz="1155" b="1"/>
            </a:lvl2pPr>
            <a:lvl3pPr marL="527883" indent="0">
              <a:buNone/>
              <a:defRPr sz="1039" b="1"/>
            </a:lvl3pPr>
            <a:lvl4pPr marL="791825" indent="0">
              <a:buNone/>
              <a:defRPr sz="924" b="1"/>
            </a:lvl4pPr>
            <a:lvl5pPr marL="1055766" indent="0">
              <a:buNone/>
              <a:defRPr sz="924" b="1"/>
            </a:lvl5pPr>
            <a:lvl6pPr marL="1319708" indent="0">
              <a:buNone/>
              <a:defRPr sz="924" b="1"/>
            </a:lvl6pPr>
            <a:lvl7pPr marL="1583649" indent="0">
              <a:buNone/>
              <a:defRPr sz="924" b="1"/>
            </a:lvl7pPr>
            <a:lvl8pPr marL="1847591" indent="0">
              <a:buNone/>
              <a:defRPr sz="924" b="1"/>
            </a:lvl8pPr>
            <a:lvl9pPr marL="2111532" indent="0">
              <a:buNone/>
              <a:defRPr sz="92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8155" y="1446217"/>
            <a:ext cx="2601718" cy="212716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13D72-DA84-4294-82A6-28AD38AC8E6C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9153-8B99-4956-A0AD-B981E4E17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2205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13D72-DA84-4294-82A6-28AD38AC8E6C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9153-8B99-4956-A0AD-B981E4E17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293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13D72-DA84-4294-82A6-28AD38AC8E6C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9153-8B99-4956-A0AD-B981E4E17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160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263948"/>
            <a:ext cx="1973799" cy="923819"/>
          </a:xfrm>
        </p:spPr>
        <p:txBody>
          <a:bodyPr anchor="b"/>
          <a:lstStyle>
            <a:lvl1pPr>
              <a:defRPr sz="184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1718" y="570056"/>
            <a:ext cx="3098155" cy="2813616"/>
          </a:xfrm>
        </p:spPr>
        <p:txBody>
          <a:bodyPr/>
          <a:lstStyle>
            <a:lvl1pPr>
              <a:defRPr sz="1847"/>
            </a:lvl1pPr>
            <a:lvl2pPr>
              <a:defRPr sz="1616"/>
            </a:lvl2pPr>
            <a:lvl3pPr>
              <a:defRPr sz="1386"/>
            </a:lvl3pPr>
            <a:lvl4pPr>
              <a:defRPr sz="1155"/>
            </a:lvl4pPr>
            <a:lvl5pPr>
              <a:defRPr sz="1155"/>
            </a:lvl5pPr>
            <a:lvl6pPr>
              <a:defRPr sz="1155"/>
            </a:lvl6pPr>
            <a:lvl7pPr>
              <a:defRPr sz="1155"/>
            </a:lvl7pPr>
            <a:lvl8pPr>
              <a:defRPr sz="1155"/>
            </a:lvl8pPr>
            <a:lvl9pPr>
              <a:defRPr sz="115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1187768"/>
            <a:ext cx="1973799" cy="2200486"/>
          </a:xfrm>
        </p:spPr>
        <p:txBody>
          <a:bodyPr/>
          <a:lstStyle>
            <a:lvl1pPr marL="0" indent="0">
              <a:buNone/>
              <a:defRPr sz="924"/>
            </a:lvl1pPr>
            <a:lvl2pPr marL="263942" indent="0">
              <a:buNone/>
              <a:defRPr sz="808"/>
            </a:lvl2pPr>
            <a:lvl3pPr marL="527883" indent="0">
              <a:buNone/>
              <a:defRPr sz="693"/>
            </a:lvl3pPr>
            <a:lvl4pPr marL="791825" indent="0">
              <a:buNone/>
              <a:defRPr sz="577"/>
            </a:lvl4pPr>
            <a:lvl5pPr marL="1055766" indent="0">
              <a:buNone/>
              <a:defRPr sz="577"/>
            </a:lvl5pPr>
            <a:lvl6pPr marL="1319708" indent="0">
              <a:buNone/>
              <a:defRPr sz="577"/>
            </a:lvl6pPr>
            <a:lvl7pPr marL="1583649" indent="0">
              <a:buNone/>
              <a:defRPr sz="577"/>
            </a:lvl7pPr>
            <a:lvl8pPr marL="1847591" indent="0">
              <a:buNone/>
              <a:defRPr sz="577"/>
            </a:lvl8pPr>
            <a:lvl9pPr marL="2111532" indent="0">
              <a:buNone/>
              <a:defRPr sz="57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13D72-DA84-4294-82A6-28AD38AC8E6C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9153-8B99-4956-A0AD-B981E4E17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5002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263948"/>
            <a:ext cx="1973799" cy="923819"/>
          </a:xfrm>
        </p:spPr>
        <p:txBody>
          <a:bodyPr anchor="b"/>
          <a:lstStyle>
            <a:lvl1pPr>
              <a:defRPr sz="184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01718" y="570056"/>
            <a:ext cx="3098155" cy="2813616"/>
          </a:xfrm>
        </p:spPr>
        <p:txBody>
          <a:bodyPr anchor="t"/>
          <a:lstStyle>
            <a:lvl1pPr marL="0" indent="0">
              <a:buNone/>
              <a:defRPr sz="1847"/>
            </a:lvl1pPr>
            <a:lvl2pPr marL="263942" indent="0">
              <a:buNone/>
              <a:defRPr sz="1616"/>
            </a:lvl2pPr>
            <a:lvl3pPr marL="527883" indent="0">
              <a:buNone/>
              <a:defRPr sz="1386"/>
            </a:lvl3pPr>
            <a:lvl4pPr marL="791825" indent="0">
              <a:buNone/>
              <a:defRPr sz="1155"/>
            </a:lvl4pPr>
            <a:lvl5pPr marL="1055766" indent="0">
              <a:buNone/>
              <a:defRPr sz="1155"/>
            </a:lvl5pPr>
            <a:lvl6pPr marL="1319708" indent="0">
              <a:buNone/>
              <a:defRPr sz="1155"/>
            </a:lvl6pPr>
            <a:lvl7pPr marL="1583649" indent="0">
              <a:buNone/>
              <a:defRPr sz="1155"/>
            </a:lvl7pPr>
            <a:lvl8pPr marL="1847591" indent="0">
              <a:buNone/>
              <a:defRPr sz="1155"/>
            </a:lvl8pPr>
            <a:lvl9pPr marL="2111532" indent="0">
              <a:buNone/>
              <a:defRPr sz="115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1187768"/>
            <a:ext cx="1973799" cy="2200486"/>
          </a:xfrm>
        </p:spPr>
        <p:txBody>
          <a:bodyPr/>
          <a:lstStyle>
            <a:lvl1pPr marL="0" indent="0">
              <a:buNone/>
              <a:defRPr sz="924"/>
            </a:lvl1pPr>
            <a:lvl2pPr marL="263942" indent="0">
              <a:buNone/>
              <a:defRPr sz="808"/>
            </a:lvl2pPr>
            <a:lvl3pPr marL="527883" indent="0">
              <a:buNone/>
              <a:defRPr sz="693"/>
            </a:lvl3pPr>
            <a:lvl4pPr marL="791825" indent="0">
              <a:buNone/>
              <a:defRPr sz="577"/>
            </a:lvl4pPr>
            <a:lvl5pPr marL="1055766" indent="0">
              <a:buNone/>
              <a:defRPr sz="577"/>
            </a:lvl5pPr>
            <a:lvl6pPr marL="1319708" indent="0">
              <a:buNone/>
              <a:defRPr sz="577"/>
            </a:lvl6pPr>
            <a:lvl7pPr marL="1583649" indent="0">
              <a:buNone/>
              <a:defRPr sz="577"/>
            </a:lvl7pPr>
            <a:lvl8pPr marL="1847591" indent="0">
              <a:buNone/>
              <a:defRPr sz="577"/>
            </a:lvl8pPr>
            <a:lvl9pPr marL="2111532" indent="0">
              <a:buNone/>
              <a:defRPr sz="57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13D72-DA84-4294-82A6-28AD38AC8E6C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9153-8B99-4956-A0AD-B981E4E17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629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13D72-DA84-4294-82A6-28AD38AC8E6C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9153-8B99-4956-A0AD-B981E4E17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65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79491" y="210792"/>
            <a:ext cx="1319585" cy="335526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0738" y="210792"/>
            <a:ext cx="3882256" cy="335526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13D72-DA84-4294-82A6-28AD38AC8E6C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9153-8B99-4956-A0AD-B981E4E17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554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0737" y="210793"/>
            <a:ext cx="5278339" cy="76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737" y="1053960"/>
            <a:ext cx="5278339" cy="2512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0737" y="3669616"/>
            <a:ext cx="1376958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13D72-DA84-4294-82A6-28AD38AC8E6C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27188" y="3669616"/>
            <a:ext cx="2065437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22118" y="3669616"/>
            <a:ext cx="1376958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29153-8B99-4956-A0AD-B981E4E17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6642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27883" rtl="0" eaLnBrk="1" latinLnBrk="0" hangingPunct="1">
        <a:lnSpc>
          <a:spcPct val="90000"/>
        </a:lnSpc>
        <a:spcBef>
          <a:spcPct val="0"/>
        </a:spcBef>
        <a:buNone/>
        <a:defRPr sz="25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1971" indent="-131971" algn="l" defTabSz="527883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1616" kern="1200">
          <a:solidFill>
            <a:schemeClr val="tx1"/>
          </a:solidFill>
          <a:latin typeface="+mn-lt"/>
          <a:ea typeface="+mn-ea"/>
          <a:cs typeface="+mn-cs"/>
        </a:defRPr>
      </a:lvl1pPr>
      <a:lvl2pPr marL="395912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386" kern="1200">
          <a:solidFill>
            <a:schemeClr val="tx1"/>
          </a:solidFill>
          <a:latin typeface="+mn-lt"/>
          <a:ea typeface="+mn-ea"/>
          <a:cs typeface="+mn-cs"/>
        </a:defRPr>
      </a:lvl2pPr>
      <a:lvl3pPr marL="659854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155" kern="1200">
          <a:solidFill>
            <a:schemeClr val="tx1"/>
          </a:solidFill>
          <a:latin typeface="+mn-lt"/>
          <a:ea typeface="+mn-ea"/>
          <a:cs typeface="+mn-cs"/>
        </a:defRPr>
      </a:lvl3pPr>
      <a:lvl4pPr marL="923795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4pPr>
      <a:lvl5pPr marL="1187737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5pPr>
      <a:lvl6pPr marL="1451679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6pPr>
      <a:lvl7pPr marL="1715620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7pPr>
      <a:lvl8pPr marL="1979562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8pPr>
      <a:lvl9pPr marL="2243503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1pPr>
      <a:lvl2pPr marL="263942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2pPr>
      <a:lvl3pPr marL="527883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3pPr>
      <a:lvl4pPr marL="791825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4pPr>
      <a:lvl5pPr marL="1055766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5pPr>
      <a:lvl6pPr marL="1319708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6pPr>
      <a:lvl7pPr marL="1583649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7pPr>
      <a:lvl8pPr marL="1847591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8pPr>
      <a:lvl9pPr marL="2111532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35873DA8-C286-B6DD-1D17-640772C883CE}"/>
              </a:ext>
            </a:extLst>
          </p:cNvPr>
          <p:cNvGrpSpPr/>
          <p:nvPr/>
        </p:nvGrpSpPr>
        <p:grpSpPr>
          <a:xfrm>
            <a:off x="-32921" y="-13312"/>
            <a:ext cx="6217817" cy="3985847"/>
            <a:chOff x="-32921" y="-13312"/>
            <a:chExt cx="6217817" cy="3985847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096C66EA-022E-8079-31AC-3CD41C832D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910" t="5035" r="7710" b="7780"/>
            <a:stretch>
              <a:fillRect/>
            </a:stretch>
          </p:blipFill>
          <p:spPr>
            <a:xfrm>
              <a:off x="913398" y="-13312"/>
              <a:ext cx="4105657" cy="3985847"/>
            </a:xfrm>
            <a:prstGeom prst="rect">
              <a:avLst/>
            </a:prstGeom>
          </p:spPr>
        </p:pic>
        <p:sp>
          <p:nvSpPr>
            <p:cNvPr id="10" name="对话气泡: 矩形 9">
              <a:extLst>
                <a:ext uri="{FF2B5EF4-FFF2-40B4-BE49-F238E27FC236}">
                  <a16:creationId xmlns:a16="http://schemas.microsoft.com/office/drawing/2014/main" id="{3FA5AC25-746C-3AD0-73FB-1EBDB5B0BD10}"/>
                </a:ext>
              </a:extLst>
            </p:cNvPr>
            <p:cNvSpPr/>
            <p:nvPr/>
          </p:nvSpPr>
          <p:spPr>
            <a:xfrm>
              <a:off x="49661" y="1899766"/>
              <a:ext cx="917033" cy="468613"/>
            </a:xfrm>
            <a:prstGeom prst="wedgeRectCallout">
              <a:avLst>
                <a:gd name="adj1" fmla="val 70565"/>
                <a:gd name="adj2" fmla="val -11677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FE1376E-D8A0-1DE2-9D45-5125ED761841}"/>
                </a:ext>
              </a:extLst>
            </p:cNvPr>
            <p:cNvSpPr txBox="1"/>
            <p:nvPr/>
          </p:nvSpPr>
          <p:spPr>
            <a:xfrm>
              <a:off x="-1439" y="1834054"/>
              <a:ext cx="100076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电源与</a:t>
              </a:r>
              <a:endPara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通信接口</a:t>
              </a:r>
            </a:p>
          </p:txBody>
        </p:sp>
        <p:sp>
          <p:nvSpPr>
            <p:cNvPr id="12" name="对话气泡: 矩形 11">
              <a:extLst>
                <a:ext uri="{FF2B5EF4-FFF2-40B4-BE49-F238E27FC236}">
                  <a16:creationId xmlns:a16="http://schemas.microsoft.com/office/drawing/2014/main" id="{EC136F8A-3EF3-5B0B-7C49-1097CBAB30C8}"/>
                </a:ext>
              </a:extLst>
            </p:cNvPr>
            <p:cNvSpPr/>
            <p:nvPr/>
          </p:nvSpPr>
          <p:spPr>
            <a:xfrm>
              <a:off x="48521" y="3069710"/>
              <a:ext cx="918174" cy="479940"/>
            </a:xfrm>
            <a:prstGeom prst="wedgeRectCallout">
              <a:avLst>
                <a:gd name="adj1" fmla="val 126030"/>
                <a:gd name="adj2" fmla="val -2786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5B4566F-1085-47F3-9576-6DEA70B78779}"/>
                </a:ext>
              </a:extLst>
            </p:cNvPr>
            <p:cNvSpPr txBox="1"/>
            <p:nvPr/>
          </p:nvSpPr>
          <p:spPr>
            <a:xfrm>
              <a:off x="-7968" y="3023827"/>
              <a:ext cx="100076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三相逆变</a:t>
              </a:r>
              <a:endPara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桥路</a:t>
              </a:r>
            </a:p>
          </p:txBody>
        </p:sp>
        <p:sp>
          <p:nvSpPr>
            <p:cNvPr id="14" name="对话气泡: 矩形 13">
              <a:extLst>
                <a:ext uri="{FF2B5EF4-FFF2-40B4-BE49-F238E27FC236}">
                  <a16:creationId xmlns:a16="http://schemas.microsoft.com/office/drawing/2014/main" id="{00ED5C1C-DFFD-147E-5D95-985AFEEDAB61}"/>
                </a:ext>
              </a:extLst>
            </p:cNvPr>
            <p:cNvSpPr/>
            <p:nvPr/>
          </p:nvSpPr>
          <p:spPr>
            <a:xfrm>
              <a:off x="49662" y="2614446"/>
              <a:ext cx="918174" cy="259647"/>
            </a:xfrm>
            <a:prstGeom prst="wedgeRectCallout">
              <a:avLst>
                <a:gd name="adj1" fmla="val 230629"/>
                <a:gd name="adj2" fmla="val -2812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15E22383-8D16-D202-D9E4-9157DAF8715C}"/>
                </a:ext>
              </a:extLst>
            </p:cNvPr>
            <p:cNvSpPr txBox="1"/>
            <p:nvPr/>
          </p:nvSpPr>
          <p:spPr>
            <a:xfrm>
              <a:off x="-32921" y="2574992"/>
              <a:ext cx="11077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母线电容</a:t>
              </a:r>
            </a:p>
          </p:txBody>
        </p:sp>
        <p:sp>
          <p:nvSpPr>
            <p:cNvPr id="16" name="对话气泡: 矩形 15">
              <a:extLst>
                <a:ext uri="{FF2B5EF4-FFF2-40B4-BE49-F238E27FC236}">
                  <a16:creationId xmlns:a16="http://schemas.microsoft.com/office/drawing/2014/main" id="{A11E98AD-497C-BC12-2A3D-035A25E21162}"/>
                </a:ext>
              </a:extLst>
            </p:cNvPr>
            <p:cNvSpPr/>
            <p:nvPr/>
          </p:nvSpPr>
          <p:spPr>
            <a:xfrm>
              <a:off x="58900" y="639366"/>
              <a:ext cx="908936" cy="259647"/>
            </a:xfrm>
            <a:prstGeom prst="wedgeRectCallout">
              <a:avLst>
                <a:gd name="adj1" fmla="val 170980"/>
                <a:gd name="adj2" fmla="val 72888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3" name="对话气泡: 矩形 2">
              <a:extLst>
                <a:ext uri="{FF2B5EF4-FFF2-40B4-BE49-F238E27FC236}">
                  <a16:creationId xmlns:a16="http://schemas.microsoft.com/office/drawing/2014/main" id="{F084A04B-59B6-A826-2056-65C78A4B5845}"/>
                </a:ext>
              </a:extLst>
            </p:cNvPr>
            <p:cNvSpPr/>
            <p:nvPr/>
          </p:nvSpPr>
          <p:spPr>
            <a:xfrm flipH="1">
              <a:off x="4964611" y="864236"/>
              <a:ext cx="948300" cy="259647"/>
            </a:xfrm>
            <a:prstGeom prst="wedgeRectCallout">
              <a:avLst>
                <a:gd name="adj1" fmla="val 76829"/>
                <a:gd name="adj2" fmla="val -11041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4" name="对话气泡: 矩形 3">
              <a:extLst>
                <a:ext uri="{FF2B5EF4-FFF2-40B4-BE49-F238E27FC236}">
                  <a16:creationId xmlns:a16="http://schemas.microsoft.com/office/drawing/2014/main" id="{9BB6F282-F95C-644B-A660-61D807E34650}"/>
                </a:ext>
              </a:extLst>
            </p:cNvPr>
            <p:cNvSpPr/>
            <p:nvPr/>
          </p:nvSpPr>
          <p:spPr>
            <a:xfrm flipH="1">
              <a:off x="4964615" y="1332614"/>
              <a:ext cx="948300" cy="259647"/>
            </a:xfrm>
            <a:prstGeom prst="wedgeRectCallout">
              <a:avLst>
                <a:gd name="adj1" fmla="val 216595"/>
                <a:gd name="adj2" fmla="val -8345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6" name="对话气泡: 矩形 5">
              <a:extLst>
                <a:ext uri="{FF2B5EF4-FFF2-40B4-BE49-F238E27FC236}">
                  <a16:creationId xmlns:a16="http://schemas.microsoft.com/office/drawing/2014/main" id="{D84C14C3-484A-4B7E-A1EB-C55BC43BD1A2}"/>
                </a:ext>
              </a:extLst>
            </p:cNvPr>
            <p:cNvSpPr/>
            <p:nvPr/>
          </p:nvSpPr>
          <p:spPr>
            <a:xfrm flipH="1">
              <a:off x="4974992" y="1960190"/>
              <a:ext cx="965429" cy="465773"/>
            </a:xfrm>
            <a:prstGeom prst="wedgeRectCallout">
              <a:avLst>
                <a:gd name="adj1" fmla="val 76391"/>
                <a:gd name="adj2" fmla="val -3897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8" name="对话气泡: 矩形 7">
              <a:extLst>
                <a:ext uri="{FF2B5EF4-FFF2-40B4-BE49-F238E27FC236}">
                  <a16:creationId xmlns:a16="http://schemas.microsoft.com/office/drawing/2014/main" id="{81F23392-DF30-301B-E071-06B572EDB856}"/>
                </a:ext>
              </a:extLst>
            </p:cNvPr>
            <p:cNvSpPr/>
            <p:nvPr/>
          </p:nvSpPr>
          <p:spPr>
            <a:xfrm flipH="1">
              <a:off x="4964613" y="3056568"/>
              <a:ext cx="948298" cy="259647"/>
            </a:xfrm>
            <a:prstGeom prst="wedgeRectCallout">
              <a:avLst>
                <a:gd name="adj1" fmla="val 79168"/>
                <a:gd name="adj2" fmla="val -6104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9E1B3F86-96DA-7709-42DA-1C1C9AF84BF3}"/>
                </a:ext>
              </a:extLst>
            </p:cNvPr>
            <p:cNvSpPr txBox="1"/>
            <p:nvPr/>
          </p:nvSpPr>
          <p:spPr>
            <a:xfrm>
              <a:off x="-16454" y="596947"/>
              <a:ext cx="12137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驱动芯片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B12059EB-7AE3-9E4E-6795-6A88816F66D3}"/>
                </a:ext>
              </a:extLst>
            </p:cNvPr>
            <p:cNvSpPr txBox="1"/>
            <p:nvPr/>
          </p:nvSpPr>
          <p:spPr>
            <a:xfrm>
              <a:off x="4974992" y="1293160"/>
              <a:ext cx="12099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主控芯片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DE8F083-76F9-0113-F887-60733FDC9B10}"/>
                </a:ext>
              </a:extLst>
            </p:cNvPr>
            <p:cNvSpPr txBox="1"/>
            <p:nvPr/>
          </p:nvSpPr>
          <p:spPr>
            <a:xfrm>
              <a:off x="5032629" y="3004287"/>
              <a:ext cx="9077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NTC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接口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C9FAD06E-FBE7-CEB7-F793-1B31EB2A5391}"/>
                </a:ext>
              </a:extLst>
            </p:cNvPr>
            <p:cNvSpPr txBox="1"/>
            <p:nvPr/>
          </p:nvSpPr>
          <p:spPr>
            <a:xfrm>
              <a:off x="4964611" y="829401"/>
              <a:ext cx="114481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USB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接口</a:t>
              </a:r>
            </a:p>
          </p:txBody>
        </p:sp>
        <p:sp>
          <p:nvSpPr>
            <p:cNvPr id="34" name="对话气泡: 矩形 33">
              <a:extLst>
                <a:ext uri="{FF2B5EF4-FFF2-40B4-BE49-F238E27FC236}">
                  <a16:creationId xmlns:a16="http://schemas.microsoft.com/office/drawing/2014/main" id="{B84EB821-EFE4-FE5D-1391-A6196E93BF97}"/>
                </a:ext>
              </a:extLst>
            </p:cNvPr>
            <p:cNvSpPr/>
            <p:nvPr/>
          </p:nvSpPr>
          <p:spPr>
            <a:xfrm>
              <a:off x="58899" y="219988"/>
              <a:ext cx="907795" cy="259647"/>
            </a:xfrm>
            <a:prstGeom prst="wedgeRectCallout">
              <a:avLst>
                <a:gd name="adj1" fmla="val 186710"/>
                <a:gd name="adj2" fmla="val -17111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F93FFC3E-0EF3-B485-D853-35C1EEB45093}"/>
                </a:ext>
              </a:extLst>
            </p:cNvPr>
            <p:cNvSpPr txBox="1"/>
            <p:nvPr/>
          </p:nvSpPr>
          <p:spPr>
            <a:xfrm>
              <a:off x="-16454" y="180534"/>
              <a:ext cx="10812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降压模块</a:t>
              </a: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5E48E405-CA10-65C5-CC66-53ACE1ACC4AA}"/>
                </a:ext>
              </a:extLst>
            </p:cNvPr>
            <p:cNvSpPr txBox="1"/>
            <p:nvPr/>
          </p:nvSpPr>
          <p:spPr>
            <a:xfrm>
              <a:off x="4974992" y="1899766"/>
              <a:ext cx="100076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电源与</a:t>
              </a:r>
              <a:endPara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通信接口</a:t>
              </a:r>
            </a:p>
          </p:txBody>
        </p:sp>
        <p:sp>
          <p:nvSpPr>
            <p:cNvPr id="9" name="对话气泡: 矩形 8">
              <a:extLst>
                <a:ext uri="{FF2B5EF4-FFF2-40B4-BE49-F238E27FC236}">
                  <a16:creationId xmlns:a16="http://schemas.microsoft.com/office/drawing/2014/main" id="{27CA94F8-406B-5CE9-2908-A458DA401C66}"/>
                </a:ext>
              </a:extLst>
            </p:cNvPr>
            <p:cNvSpPr/>
            <p:nvPr/>
          </p:nvSpPr>
          <p:spPr>
            <a:xfrm flipH="1">
              <a:off x="4908124" y="233631"/>
              <a:ext cx="965429" cy="465773"/>
            </a:xfrm>
            <a:prstGeom prst="wedgeRectCallout">
              <a:avLst>
                <a:gd name="adj1" fmla="val 174394"/>
                <a:gd name="adj2" fmla="val -28437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15322B1-A186-573C-F479-389251BFD4D0}"/>
                </a:ext>
              </a:extLst>
            </p:cNvPr>
            <p:cNvSpPr txBox="1"/>
            <p:nvPr/>
          </p:nvSpPr>
          <p:spPr>
            <a:xfrm>
              <a:off x="4694903" y="180534"/>
              <a:ext cx="139186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编码器</a:t>
              </a:r>
              <a:endPara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接口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9475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9B3BC083-EDC4-B64C-1FC3-D48DED54375E}"/>
              </a:ext>
            </a:extLst>
          </p:cNvPr>
          <p:cNvGrpSpPr/>
          <p:nvPr/>
        </p:nvGrpSpPr>
        <p:grpSpPr>
          <a:xfrm>
            <a:off x="0" y="130810"/>
            <a:ext cx="6237019" cy="3799840"/>
            <a:chOff x="25358" y="0"/>
            <a:chExt cx="6237019" cy="3799840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122F7D9F-578E-430B-E5EF-98055F0D8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563" t="5889" r="9404" b="6447"/>
            <a:stretch>
              <a:fillRect/>
            </a:stretch>
          </p:blipFill>
          <p:spPr>
            <a:xfrm>
              <a:off x="979495" y="0"/>
              <a:ext cx="4145280" cy="3799840"/>
            </a:xfrm>
            <a:prstGeom prst="rect">
              <a:avLst/>
            </a:prstGeom>
          </p:spPr>
        </p:pic>
        <p:sp>
          <p:nvSpPr>
            <p:cNvPr id="29" name="对话气泡: 矩形 28">
              <a:extLst>
                <a:ext uri="{FF2B5EF4-FFF2-40B4-BE49-F238E27FC236}">
                  <a16:creationId xmlns:a16="http://schemas.microsoft.com/office/drawing/2014/main" id="{551E8225-8A1B-1EA5-C0E9-B85BF755E59F}"/>
                </a:ext>
              </a:extLst>
            </p:cNvPr>
            <p:cNvSpPr/>
            <p:nvPr/>
          </p:nvSpPr>
          <p:spPr>
            <a:xfrm flipH="1">
              <a:off x="5061351" y="2862259"/>
              <a:ext cx="987021" cy="484191"/>
            </a:xfrm>
            <a:prstGeom prst="wedgeRectCallout">
              <a:avLst>
                <a:gd name="adj1" fmla="val 144653"/>
                <a:gd name="adj2" fmla="val 111168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30" name="对话气泡: 矩形 29">
              <a:extLst>
                <a:ext uri="{FF2B5EF4-FFF2-40B4-BE49-F238E27FC236}">
                  <a16:creationId xmlns:a16="http://schemas.microsoft.com/office/drawing/2014/main" id="{79FD8206-0B44-303A-8916-7D0BA434EC9B}"/>
                </a:ext>
              </a:extLst>
            </p:cNvPr>
            <p:cNvSpPr/>
            <p:nvPr/>
          </p:nvSpPr>
          <p:spPr>
            <a:xfrm flipH="1">
              <a:off x="5049290" y="543048"/>
              <a:ext cx="1000763" cy="259647"/>
            </a:xfrm>
            <a:prstGeom prst="wedgeRectCallout">
              <a:avLst>
                <a:gd name="adj1" fmla="val 167527"/>
                <a:gd name="adj2" fmla="val 75026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31" name="对话气泡: 矩形 30">
              <a:extLst>
                <a:ext uri="{FF2B5EF4-FFF2-40B4-BE49-F238E27FC236}">
                  <a16:creationId xmlns:a16="http://schemas.microsoft.com/office/drawing/2014/main" id="{70B919C8-5415-E41D-F839-DE657AC793E8}"/>
                </a:ext>
              </a:extLst>
            </p:cNvPr>
            <p:cNvSpPr/>
            <p:nvPr/>
          </p:nvSpPr>
          <p:spPr>
            <a:xfrm>
              <a:off x="162859" y="101130"/>
              <a:ext cx="904412" cy="259647"/>
            </a:xfrm>
            <a:prstGeom prst="wedgeRectCallout">
              <a:avLst>
                <a:gd name="adj1" fmla="val 172314"/>
                <a:gd name="adj2" fmla="val 92635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32" name="对话气泡: 矩形 31">
              <a:extLst>
                <a:ext uri="{FF2B5EF4-FFF2-40B4-BE49-F238E27FC236}">
                  <a16:creationId xmlns:a16="http://schemas.microsoft.com/office/drawing/2014/main" id="{1B48E607-62F2-7C88-A9E4-94AA03291312}"/>
                </a:ext>
              </a:extLst>
            </p:cNvPr>
            <p:cNvSpPr/>
            <p:nvPr/>
          </p:nvSpPr>
          <p:spPr>
            <a:xfrm>
              <a:off x="162859" y="534290"/>
              <a:ext cx="904412" cy="259647"/>
            </a:xfrm>
            <a:prstGeom prst="wedgeRectCallout">
              <a:avLst>
                <a:gd name="adj1" fmla="val 96319"/>
                <a:gd name="adj2" fmla="val -14973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33" name="对话气泡: 矩形 32">
              <a:extLst>
                <a:ext uri="{FF2B5EF4-FFF2-40B4-BE49-F238E27FC236}">
                  <a16:creationId xmlns:a16="http://schemas.microsoft.com/office/drawing/2014/main" id="{A5C6B733-8231-3BB8-4CAB-9DAEAED48474}"/>
                </a:ext>
              </a:extLst>
            </p:cNvPr>
            <p:cNvSpPr/>
            <p:nvPr/>
          </p:nvSpPr>
          <p:spPr>
            <a:xfrm>
              <a:off x="162858" y="2924666"/>
              <a:ext cx="907796" cy="259647"/>
            </a:xfrm>
            <a:prstGeom prst="wedgeRectCallout">
              <a:avLst>
                <a:gd name="adj1" fmla="val 141796"/>
                <a:gd name="adj2" fmla="val -519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2A4DD829-0FE7-085C-3AE0-EE4FC8A661D3}"/>
                </a:ext>
              </a:extLst>
            </p:cNvPr>
            <p:cNvSpPr txBox="1"/>
            <p:nvPr/>
          </p:nvSpPr>
          <p:spPr>
            <a:xfrm>
              <a:off x="118352" y="2885211"/>
              <a:ext cx="10656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采样电阻</a:t>
              </a: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AEC9326A-1546-E66C-5093-ED759746EADB}"/>
                </a:ext>
              </a:extLst>
            </p:cNvPr>
            <p:cNvSpPr txBox="1"/>
            <p:nvPr/>
          </p:nvSpPr>
          <p:spPr>
            <a:xfrm>
              <a:off x="107647" y="493470"/>
              <a:ext cx="107435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SWD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接口</a:t>
              </a:r>
            </a:p>
          </p:txBody>
        </p:sp>
        <p:sp>
          <p:nvSpPr>
            <p:cNvPr id="39" name="对话气泡: 矩形 38">
              <a:extLst>
                <a:ext uri="{FF2B5EF4-FFF2-40B4-BE49-F238E27FC236}">
                  <a16:creationId xmlns:a16="http://schemas.microsoft.com/office/drawing/2014/main" id="{76C70A58-54BF-153B-6F22-5D1BD5940F7A}"/>
                </a:ext>
              </a:extLst>
            </p:cNvPr>
            <p:cNvSpPr/>
            <p:nvPr/>
          </p:nvSpPr>
          <p:spPr>
            <a:xfrm flipH="1">
              <a:off x="5049290" y="121615"/>
              <a:ext cx="1000761" cy="259647"/>
            </a:xfrm>
            <a:prstGeom prst="wedgeRectCallout">
              <a:avLst>
                <a:gd name="adj1" fmla="val 287204"/>
                <a:gd name="adj2" fmla="val 104374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40" name="对话气泡: 矩形 39">
              <a:extLst>
                <a:ext uri="{FF2B5EF4-FFF2-40B4-BE49-F238E27FC236}">
                  <a16:creationId xmlns:a16="http://schemas.microsoft.com/office/drawing/2014/main" id="{AB838542-8C5A-507A-1FB2-1FB2282D9259}"/>
                </a:ext>
              </a:extLst>
            </p:cNvPr>
            <p:cNvSpPr/>
            <p:nvPr/>
          </p:nvSpPr>
          <p:spPr>
            <a:xfrm>
              <a:off x="162858" y="1348495"/>
              <a:ext cx="904413" cy="461255"/>
            </a:xfrm>
            <a:prstGeom prst="wedgeRectCallout">
              <a:avLst>
                <a:gd name="adj1" fmla="val 262562"/>
                <a:gd name="adj2" fmla="val 62342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83234B9B-7720-3F2C-0BF8-6DE39E7404D8}"/>
                </a:ext>
              </a:extLst>
            </p:cNvPr>
            <p:cNvSpPr txBox="1"/>
            <p:nvPr/>
          </p:nvSpPr>
          <p:spPr>
            <a:xfrm>
              <a:off x="5001349" y="84500"/>
              <a:ext cx="12610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RS485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芯片</a:t>
              </a: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FB5E0362-CE14-756C-CA6E-A89A3AE1E1A1}"/>
                </a:ext>
              </a:extLst>
            </p:cNvPr>
            <p:cNvSpPr txBox="1"/>
            <p:nvPr/>
          </p:nvSpPr>
          <p:spPr>
            <a:xfrm>
              <a:off x="107646" y="61675"/>
              <a:ext cx="136140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CAN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芯片</a:t>
              </a: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B8892D0E-CE65-7EE0-9348-78259E295550}"/>
                </a:ext>
              </a:extLst>
            </p:cNvPr>
            <p:cNvSpPr txBox="1"/>
            <p:nvPr/>
          </p:nvSpPr>
          <p:spPr>
            <a:xfrm>
              <a:off x="25358" y="1284623"/>
              <a:ext cx="123893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编码器</a:t>
              </a:r>
              <a:endPara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芯片</a:t>
              </a: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7B6A5767-F558-3832-1BB9-D131D6713CAD}"/>
                </a:ext>
              </a:extLst>
            </p:cNvPr>
            <p:cNvSpPr txBox="1"/>
            <p:nvPr/>
          </p:nvSpPr>
          <p:spPr>
            <a:xfrm>
              <a:off x="5061352" y="492434"/>
              <a:ext cx="114102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散热模块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EF51760F-3A47-17CE-3E3E-1F006E4C0389}"/>
                </a:ext>
              </a:extLst>
            </p:cNvPr>
            <p:cNvSpPr txBox="1"/>
            <p:nvPr/>
          </p:nvSpPr>
          <p:spPr>
            <a:xfrm>
              <a:off x="5086194" y="2811966"/>
              <a:ext cx="100076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电机三相</a:t>
              </a:r>
              <a:endPara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线接口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6049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2432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1219</TotalTime>
  <Words>41</Words>
  <Application>Microsoft Office PowerPoint</Application>
  <PresentationFormat>自定义</PresentationFormat>
  <Paragraphs>23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宋体</vt:lpstr>
      <vt:lpstr>Arial</vt:lpstr>
      <vt:lpstr>Calibri</vt:lpstr>
      <vt:lpstr>Calibri Light</vt:lpstr>
      <vt:lpstr>Times New Roman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空 天</dc:creator>
  <cp:lastModifiedBy>空 天</cp:lastModifiedBy>
  <cp:revision>17</cp:revision>
  <dcterms:created xsi:type="dcterms:W3CDTF">2026-03-17T12:07:14Z</dcterms:created>
  <dcterms:modified xsi:type="dcterms:W3CDTF">2026-03-26T01:29:36Z</dcterms:modified>
</cp:coreProperties>
</file>