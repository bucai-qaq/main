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77" userDrawn="1">
          <p15:clr>
            <a:srgbClr val="A4A3A4"/>
          </p15:clr>
        </p15:guide>
        <p15:guide id="2" pos="3704" userDrawn="1">
          <p15:clr>
            <a:srgbClr val="A4A3A4"/>
          </p15:clr>
        </p15:guide>
        <p15:guide id="3" orient="horz" pos="2659" userDrawn="1">
          <p15:clr>
            <a:srgbClr val="A4A3A4"/>
          </p15:clr>
        </p15:guide>
        <p15:guide id="4" pos="3885" userDrawn="1">
          <p15:clr>
            <a:srgbClr val="A4A3A4"/>
          </p15:clr>
        </p15:guide>
        <p15:guide id="5" pos="665" userDrawn="1">
          <p15:clr>
            <a:srgbClr val="A4A3A4"/>
          </p15:clr>
        </p15:guide>
        <p15:guide id="6" pos="143" userDrawn="1">
          <p15:clr>
            <a:srgbClr val="A4A3A4"/>
          </p15:clr>
        </p15:guide>
        <p15:guide id="7" pos="3182" userDrawn="1">
          <p15:clr>
            <a:srgbClr val="A4A3A4"/>
          </p15:clr>
        </p15:guide>
        <p15:guide id="8" pos="75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1332" y="604"/>
      </p:cViewPr>
      <p:guideLst>
        <p:guide orient="horz" pos="777"/>
        <p:guide pos="3704"/>
        <p:guide orient="horz" pos="2659"/>
        <p:guide pos="3885"/>
        <p:guide pos="665"/>
        <p:guide pos="143"/>
        <p:guide pos="3182"/>
        <p:guide pos="75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8894C6-4BE5-4CDB-C326-D6F41A5D1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0A4763-BE4B-55FA-A42D-DF028D0D9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F822D9-79E5-841B-438A-7A976FA3B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E22C94-E9F2-3755-72CF-F7B873843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359043-903B-B449-4136-50EC9EEB3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984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570ABA-6464-FE01-9BF1-51815CA93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C6836A-6AEB-FBEC-08E1-F20D6FCB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70549-1116-6DFB-F765-EE5B00E8F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AB106-772F-7B42-4B59-4D991AE63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7CB8B5-1734-C7A1-F940-93D7B170B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181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A57CA4-A742-6EA8-F01A-0807B9CC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6D1255-E191-143C-F775-AB2061B16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96204D-B0EC-8FE0-FB7C-68EF148BF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3444DF-66AC-FC31-AD24-CE6646813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A1B8DC-ADF4-394B-671F-108E1DF8B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1864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794E94-63CD-38C2-7248-EE47F636E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B2AD80-B68C-AE17-4B53-59C26B776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2A9C1-38EA-38F1-3A50-B7353061F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DEF6B7-CD39-217B-1619-424AB575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E625FC6-CBC5-2187-93D9-123BF721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D0DFA4B-59BB-CC49-9B4D-BF044551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243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0BDBF-4024-8091-4577-D28C41CD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BF870B-51B5-2831-8E6E-596B09CA9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8767A79-835C-81F2-31D7-C7601162E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3A6367-571B-9BDE-8882-1B948E43B4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88A4060-4DB2-7B40-ABA5-760202558D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105C83C-BA26-DDD1-F809-AB5805E6A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F87BE5-78C3-0EB7-2EAD-FFB2B6376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5845F8-D04E-721E-062A-7B1C6CA58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124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853D86-7A16-ED04-E863-E92C14B50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205346C-75FF-1A21-43FE-36980355E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393C18D-8595-32EF-2F1D-48A6BE5F8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746182-8F78-011F-BCA8-C577FD804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5596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3449E3-4A84-D021-EE9C-D75AE74B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A2121D-B9C2-3C68-B45E-ED6FE2643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9270BCE-501D-D39A-B109-0CE36D7AB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0619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0A9865-A697-50F7-BC46-B4B26C9B6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F2258E-A961-0074-E42B-9F986408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123071-2D31-0198-B6D4-AAF9D8252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4F24A0B-A32B-C73E-E753-AAC9D13C8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999927-09FD-4D69-0D1A-EFBDF95C7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E73755-A462-CEA7-B397-790FC5F14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8188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C608A5-F958-ABAE-9524-916345AA5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ADE1C5-B0CC-9A28-4390-1B7CA6737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C300EE-F830-59EC-8CFF-A7E1C7890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E78763-A8F6-4CF9-AA55-D3EEED29E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BA7CCD-CA7C-84E7-9DAD-5DF2B0FD9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BAB9C6D-8D41-30B4-0693-F2A2BBD5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8936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354C20-CAE9-9103-6B56-C4313A386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62096C-1303-FE5A-62A9-3BF8D98303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196774-ADE9-3210-7935-A74C90BB2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572070-4D16-0813-1342-5A0E8DA63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77D7AF-3E12-E6DE-59BF-10A101CA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03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19A086B-6925-1237-FAD9-35D72BA0F2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58AF39B-100F-67B9-42B6-F5B497D7DB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2D1E3E-54B1-B5A3-3B80-CED4710EC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E4B5D0-104F-9BC5-8DFB-F3990DE00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2FE84E-0FD4-AE55-7030-0E666690B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304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40BAD00-4F46-B64E-A6E5-4A55B4CE8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40ABAB-7B63-DE0C-4CE2-7298BC47A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49710-EC7F-E2F9-6126-A009A5ADE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913D72-DA84-4294-82A6-28AD38AC8E6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DB8392-0FA1-F12E-3CCC-8FA3709D92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3450A6-E20C-ACB8-C3EE-91D45B091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329153-8B99-4956-A0AD-B981E4E17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19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>
            <a:extLst>
              <a:ext uri="{FF2B5EF4-FFF2-40B4-BE49-F238E27FC236}">
                <a16:creationId xmlns:a16="http://schemas.microsoft.com/office/drawing/2014/main" id="{0254121B-6785-C5B3-24D4-7FD321F70097}"/>
              </a:ext>
            </a:extLst>
          </p:cNvPr>
          <p:cNvGrpSpPr/>
          <p:nvPr/>
        </p:nvGrpSpPr>
        <p:grpSpPr>
          <a:xfrm>
            <a:off x="124023" y="1027478"/>
            <a:ext cx="5934403" cy="3985847"/>
            <a:chOff x="124023" y="1027478"/>
            <a:chExt cx="5934403" cy="3985847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096C66EA-022E-8079-31AC-3CD41C832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10" t="5035" r="7710" b="7780"/>
            <a:stretch>
              <a:fillRect/>
            </a:stretch>
          </p:blipFill>
          <p:spPr>
            <a:xfrm>
              <a:off x="979931" y="1027478"/>
              <a:ext cx="4105657" cy="3985847"/>
            </a:xfrm>
            <a:prstGeom prst="rect">
              <a:avLst/>
            </a:prstGeom>
          </p:spPr>
        </p:pic>
        <p:sp>
          <p:nvSpPr>
            <p:cNvPr id="10" name="对话气泡: 矩形 9">
              <a:extLst>
                <a:ext uri="{FF2B5EF4-FFF2-40B4-BE49-F238E27FC236}">
                  <a16:creationId xmlns:a16="http://schemas.microsoft.com/office/drawing/2014/main" id="{3FA5AC25-746C-3AD0-73FB-1EBDB5B0BD10}"/>
                </a:ext>
              </a:extLst>
            </p:cNvPr>
            <p:cNvSpPr/>
            <p:nvPr/>
          </p:nvSpPr>
          <p:spPr>
            <a:xfrm>
              <a:off x="226405" y="3029603"/>
              <a:ext cx="806822" cy="384459"/>
            </a:xfrm>
            <a:prstGeom prst="wedgeRectCallout">
              <a:avLst>
                <a:gd name="adj1" fmla="val 70565"/>
                <a:gd name="adj2" fmla="val -1167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FE1376E-D8A0-1DE2-9D45-5125ED761841}"/>
                </a:ext>
              </a:extLst>
            </p:cNvPr>
            <p:cNvSpPr txBox="1"/>
            <p:nvPr/>
          </p:nvSpPr>
          <p:spPr>
            <a:xfrm>
              <a:off x="132079" y="2990999"/>
              <a:ext cx="10007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电源与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通信接口</a:t>
              </a:r>
            </a:p>
          </p:txBody>
        </p:sp>
        <p:sp>
          <p:nvSpPr>
            <p:cNvPr id="12" name="对话气泡: 矩形 11">
              <a:extLst>
                <a:ext uri="{FF2B5EF4-FFF2-40B4-BE49-F238E27FC236}">
                  <a16:creationId xmlns:a16="http://schemas.microsoft.com/office/drawing/2014/main" id="{EC136F8A-3EF3-5B0B-7C49-1097CBAB30C8}"/>
                </a:ext>
              </a:extLst>
            </p:cNvPr>
            <p:cNvSpPr/>
            <p:nvPr/>
          </p:nvSpPr>
          <p:spPr>
            <a:xfrm>
              <a:off x="231692" y="4110500"/>
              <a:ext cx="801535" cy="384459"/>
            </a:xfrm>
            <a:prstGeom prst="wedgeRectCallout">
              <a:avLst>
                <a:gd name="adj1" fmla="val 126030"/>
                <a:gd name="adj2" fmla="val -278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E5B4566F-1085-47F3-9576-6DEA70B78779}"/>
                </a:ext>
              </a:extLst>
            </p:cNvPr>
            <p:cNvSpPr txBox="1"/>
            <p:nvPr/>
          </p:nvSpPr>
          <p:spPr>
            <a:xfrm>
              <a:off x="124023" y="4066096"/>
              <a:ext cx="10007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三相逆变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桥路</a:t>
              </a:r>
            </a:p>
          </p:txBody>
        </p:sp>
        <p:sp>
          <p:nvSpPr>
            <p:cNvPr id="14" name="对话气泡: 矩形 13">
              <a:extLst>
                <a:ext uri="{FF2B5EF4-FFF2-40B4-BE49-F238E27FC236}">
                  <a16:creationId xmlns:a16="http://schemas.microsoft.com/office/drawing/2014/main" id="{00ED5C1C-DFFD-147E-5D95-985AFEEDAB61}"/>
                </a:ext>
              </a:extLst>
            </p:cNvPr>
            <p:cNvSpPr/>
            <p:nvPr/>
          </p:nvSpPr>
          <p:spPr>
            <a:xfrm>
              <a:off x="227013" y="3655236"/>
              <a:ext cx="807355" cy="259647"/>
            </a:xfrm>
            <a:prstGeom prst="wedgeRectCallout">
              <a:avLst>
                <a:gd name="adj1" fmla="val 230629"/>
                <a:gd name="adj2" fmla="val -281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15E22383-8D16-D202-D9E4-9157DAF8715C}"/>
                </a:ext>
              </a:extLst>
            </p:cNvPr>
            <p:cNvSpPr txBox="1"/>
            <p:nvPr/>
          </p:nvSpPr>
          <p:spPr>
            <a:xfrm>
              <a:off x="213697" y="3646559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母线电容</a:t>
              </a:r>
            </a:p>
          </p:txBody>
        </p:sp>
        <p:sp>
          <p:nvSpPr>
            <p:cNvPr id="16" name="对话气泡: 矩形 15">
              <a:extLst>
                <a:ext uri="{FF2B5EF4-FFF2-40B4-BE49-F238E27FC236}">
                  <a16:creationId xmlns:a16="http://schemas.microsoft.com/office/drawing/2014/main" id="{A11E98AD-497C-BC12-2A3D-035A25E21162}"/>
                </a:ext>
              </a:extLst>
            </p:cNvPr>
            <p:cNvSpPr/>
            <p:nvPr/>
          </p:nvSpPr>
          <p:spPr>
            <a:xfrm>
              <a:off x="227013" y="1680156"/>
              <a:ext cx="807355" cy="259647"/>
            </a:xfrm>
            <a:prstGeom prst="wedgeRectCallout">
              <a:avLst>
                <a:gd name="adj1" fmla="val 170980"/>
                <a:gd name="adj2" fmla="val 7288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对话气泡: 矩形 1">
              <a:extLst>
                <a:ext uri="{FF2B5EF4-FFF2-40B4-BE49-F238E27FC236}">
                  <a16:creationId xmlns:a16="http://schemas.microsoft.com/office/drawing/2014/main" id="{6926EB16-71BA-06B9-FA30-BD06F144EB6A}"/>
                </a:ext>
              </a:extLst>
            </p:cNvPr>
            <p:cNvSpPr/>
            <p:nvPr/>
          </p:nvSpPr>
          <p:spPr>
            <a:xfrm flipH="1">
              <a:off x="5016903" y="1260779"/>
              <a:ext cx="871555" cy="259647"/>
            </a:xfrm>
            <a:prstGeom prst="wedgeRectCallout">
              <a:avLst>
                <a:gd name="adj1" fmla="val 192968"/>
                <a:gd name="adj2" fmla="val -27498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对话气泡: 矩形 2">
              <a:extLst>
                <a:ext uri="{FF2B5EF4-FFF2-40B4-BE49-F238E27FC236}">
                  <a16:creationId xmlns:a16="http://schemas.microsoft.com/office/drawing/2014/main" id="{F084A04B-59B6-A826-2056-65C78A4B5845}"/>
                </a:ext>
              </a:extLst>
            </p:cNvPr>
            <p:cNvSpPr/>
            <p:nvPr/>
          </p:nvSpPr>
          <p:spPr>
            <a:xfrm flipH="1">
              <a:off x="5031150" y="1687268"/>
              <a:ext cx="848949" cy="259647"/>
            </a:xfrm>
            <a:prstGeom prst="wedgeRectCallout">
              <a:avLst>
                <a:gd name="adj1" fmla="val 76829"/>
                <a:gd name="adj2" fmla="val -11041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对话气泡: 矩形 3">
              <a:extLst>
                <a:ext uri="{FF2B5EF4-FFF2-40B4-BE49-F238E27FC236}">
                  <a16:creationId xmlns:a16="http://schemas.microsoft.com/office/drawing/2014/main" id="{9BB6F282-F95C-644B-A660-61D807E34650}"/>
                </a:ext>
              </a:extLst>
            </p:cNvPr>
            <p:cNvSpPr/>
            <p:nvPr/>
          </p:nvSpPr>
          <p:spPr>
            <a:xfrm flipH="1">
              <a:off x="5031149" y="2373404"/>
              <a:ext cx="848948" cy="259647"/>
            </a:xfrm>
            <a:prstGeom prst="wedgeRectCallout">
              <a:avLst>
                <a:gd name="adj1" fmla="val 216595"/>
                <a:gd name="adj2" fmla="val -83450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对话气泡: 矩形 5">
              <a:extLst>
                <a:ext uri="{FF2B5EF4-FFF2-40B4-BE49-F238E27FC236}">
                  <a16:creationId xmlns:a16="http://schemas.microsoft.com/office/drawing/2014/main" id="{D84C14C3-484A-4B7E-A1EB-C55BC43BD1A2}"/>
                </a:ext>
              </a:extLst>
            </p:cNvPr>
            <p:cNvSpPr/>
            <p:nvPr/>
          </p:nvSpPr>
          <p:spPr>
            <a:xfrm flipH="1">
              <a:off x="5041530" y="3026763"/>
              <a:ext cx="857308" cy="384459"/>
            </a:xfrm>
            <a:prstGeom prst="wedgeRectCallout">
              <a:avLst>
                <a:gd name="adj1" fmla="val 76391"/>
                <a:gd name="adj2" fmla="val -389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对话气泡: 矩形 7">
              <a:extLst>
                <a:ext uri="{FF2B5EF4-FFF2-40B4-BE49-F238E27FC236}">
                  <a16:creationId xmlns:a16="http://schemas.microsoft.com/office/drawing/2014/main" id="{81F23392-DF30-301B-E071-06B572EDB856}"/>
                </a:ext>
              </a:extLst>
            </p:cNvPr>
            <p:cNvSpPr/>
            <p:nvPr/>
          </p:nvSpPr>
          <p:spPr>
            <a:xfrm flipH="1">
              <a:off x="5031148" y="4097358"/>
              <a:ext cx="848946" cy="259647"/>
            </a:xfrm>
            <a:prstGeom prst="wedgeRectCallout">
              <a:avLst>
                <a:gd name="adj1" fmla="val 79168"/>
                <a:gd name="adj2" fmla="val -610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E1B3F86-96DA-7709-42DA-1C1C9AF84BF3}"/>
                </a:ext>
              </a:extLst>
            </p:cNvPr>
            <p:cNvSpPr txBox="1"/>
            <p:nvPr/>
          </p:nvSpPr>
          <p:spPr>
            <a:xfrm>
              <a:off x="227013" y="1662804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驱动芯片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15322B1-A186-573C-F479-389251BFD4D0}"/>
                </a:ext>
              </a:extLst>
            </p:cNvPr>
            <p:cNvSpPr txBox="1"/>
            <p:nvPr/>
          </p:nvSpPr>
          <p:spPr>
            <a:xfrm>
              <a:off x="4984514" y="1237464"/>
              <a:ext cx="10739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编码器接口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B12059EB-7AE3-9E4E-6795-6A88816F66D3}"/>
                </a:ext>
              </a:extLst>
            </p:cNvPr>
            <p:cNvSpPr txBox="1"/>
            <p:nvPr/>
          </p:nvSpPr>
          <p:spPr>
            <a:xfrm>
              <a:off x="5033700" y="2364727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主控芯片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ADE8F083-76F9-0113-F887-60733FDC9B10}"/>
                </a:ext>
              </a:extLst>
            </p:cNvPr>
            <p:cNvSpPr txBox="1"/>
            <p:nvPr/>
          </p:nvSpPr>
          <p:spPr>
            <a:xfrm>
              <a:off x="5097611" y="4078352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NTC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接口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9FAD06E-FBE7-CEB7-F793-1B31EB2A5391}"/>
                </a:ext>
              </a:extLst>
            </p:cNvPr>
            <p:cNvSpPr txBox="1"/>
            <p:nvPr/>
          </p:nvSpPr>
          <p:spPr>
            <a:xfrm>
              <a:off x="5040967" y="1687268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USB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接口</a:t>
              </a:r>
            </a:p>
          </p:txBody>
        </p:sp>
        <p:sp>
          <p:nvSpPr>
            <p:cNvPr id="34" name="对话气泡: 矩形 33">
              <a:extLst>
                <a:ext uri="{FF2B5EF4-FFF2-40B4-BE49-F238E27FC236}">
                  <a16:creationId xmlns:a16="http://schemas.microsoft.com/office/drawing/2014/main" id="{B84EB821-EFE4-FE5D-1391-A6196E93BF97}"/>
                </a:ext>
              </a:extLst>
            </p:cNvPr>
            <p:cNvSpPr/>
            <p:nvPr/>
          </p:nvSpPr>
          <p:spPr>
            <a:xfrm>
              <a:off x="225872" y="1260778"/>
              <a:ext cx="807355" cy="259647"/>
            </a:xfrm>
            <a:prstGeom prst="wedgeRectCallout">
              <a:avLst>
                <a:gd name="adj1" fmla="val 186710"/>
                <a:gd name="adj2" fmla="val -1711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F93FFC3E-0EF3-B485-D853-35C1EEB45093}"/>
                </a:ext>
              </a:extLst>
            </p:cNvPr>
            <p:cNvSpPr txBox="1"/>
            <p:nvPr/>
          </p:nvSpPr>
          <p:spPr>
            <a:xfrm>
              <a:off x="227013" y="1252101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降压模块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E48E405-CA10-65C5-CC66-53ACE1ACC4AA}"/>
                </a:ext>
              </a:extLst>
            </p:cNvPr>
            <p:cNvSpPr txBox="1"/>
            <p:nvPr/>
          </p:nvSpPr>
          <p:spPr>
            <a:xfrm>
              <a:off x="4952300" y="2982267"/>
              <a:ext cx="10007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电源与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通信接口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9475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4C27C1CF-3A50-2625-FC38-E1C78936D2B1}"/>
              </a:ext>
            </a:extLst>
          </p:cNvPr>
          <p:cNvGrpSpPr/>
          <p:nvPr/>
        </p:nvGrpSpPr>
        <p:grpSpPr>
          <a:xfrm>
            <a:off x="183943" y="1177608"/>
            <a:ext cx="5862784" cy="3799840"/>
            <a:chOff x="6127543" y="1153687"/>
            <a:chExt cx="5862784" cy="3799840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122F7D9F-578E-430B-E5EF-98055F0D8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563" t="5889" r="9404" b="6447"/>
            <a:stretch>
              <a:fillRect/>
            </a:stretch>
          </p:blipFill>
          <p:spPr>
            <a:xfrm>
              <a:off x="6925227" y="1153687"/>
              <a:ext cx="4145280" cy="3799840"/>
            </a:xfrm>
            <a:prstGeom prst="rect">
              <a:avLst/>
            </a:prstGeom>
          </p:spPr>
        </p:pic>
        <p:sp>
          <p:nvSpPr>
            <p:cNvPr id="29" name="对话气泡: 矩形 28">
              <a:extLst>
                <a:ext uri="{FF2B5EF4-FFF2-40B4-BE49-F238E27FC236}">
                  <a16:creationId xmlns:a16="http://schemas.microsoft.com/office/drawing/2014/main" id="{551E8225-8A1B-1EA5-C0E9-B85BF755E59F}"/>
                </a:ext>
              </a:extLst>
            </p:cNvPr>
            <p:cNvSpPr/>
            <p:nvPr/>
          </p:nvSpPr>
          <p:spPr>
            <a:xfrm flipH="1">
              <a:off x="11063228" y="4015945"/>
              <a:ext cx="857308" cy="384459"/>
            </a:xfrm>
            <a:prstGeom prst="wedgeRectCallout">
              <a:avLst>
                <a:gd name="adj1" fmla="val 158163"/>
                <a:gd name="adj2" fmla="val 12559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对话气泡: 矩形 29">
              <a:extLst>
                <a:ext uri="{FF2B5EF4-FFF2-40B4-BE49-F238E27FC236}">
                  <a16:creationId xmlns:a16="http://schemas.microsoft.com/office/drawing/2014/main" id="{79FD8206-0B44-303A-8916-7D0BA434EC9B}"/>
                </a:ext>
              </a:extLst>
            </p:cNvPr>
            <p:cNvSpPr/>
            <p:nvPr/>
          </p:nvSpPr>
          <p:spPr>
            <a:xfrm flipH="1">
              <a:off x="11079527" y="1696734"/>
              <a:ext cx="848948" cy="259647"/>
            </a:xfrm>
            <a:prstGeom prst="wedgeRectCallout">
              <a:avLst>
                <a:gd name="adj1" fmla="val 167527"/>
                <a:gd name="adj2" fmla="val 7502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对话气泡: 矩形 30">
              <a:extLst>
                <a:ext uri="{FF2B5EF4-FFF2-40B4-BE49-F238E27FC236}">
                  <a16:creationId xmlns:a16="http://schemas.microsoft.com/office/drawing/2014/main" id="{70B919C8-5415-E41D-F839-DE657AC793E8}"/>
                </a:ext>
              </a:extLst>
            </p:cNvPr>
            <p:cNvSpPr/>
            <p:nvPr/>
          </p:nvSpPr>
          <p:spPr>
            <a:xfrm>
              <a:off x="6164055" y="1254816"/>
              <a:ext cx="848948" cy="259647"/>
            </a:xfrm>
            <a:prstGeom prst="wedgeRectCallout">
              <a:avLst>
                <a:gd name="adj1" fmla="val 172314"/>
                <a:gd name="adj2" fmla="val 92635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对话气泡: 矩形 31">
              <a:extLst>
                <a:ext uri="{FF2B5EF4-FFF2-40B4-BE49-F238E27FC236}">
                  <a16:creationId xmlns:a16="http://schemas.microsoft.com/office/drawing/2014/main" id="{1B48E607-62F2-7C88-A9E4-94AA03291312}"/>
                </a:ext>
              </a:extLst>
            </p:cNvPr>
            <p:cNvSpPr/>
            <p:nvPr/>
          </p:nvSpPr>
          <p:spPr>
            <a:xfrm>
              <a:off x="6164055" y="1687976"/>
              <a:ext cx="848948" cy="259647"/>
            </a:xfrm>
            <a:prstGeom prst="wedgeRectCallout">
              <a:avLst>
                <a:gd name="adj1" fmla="val 96319"/>
                <a:gd name="adj2" fmla="val -1497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对话气泡: 矩形 32">
              <a:extLst>
                <a:ext uri="{FF2B5EF4-FFF2-40B4-BE49-F238E27FC236}">
                  <a16:creationId xmlns:a16="http://schemas.microsoft.com/office/drawing/2014/main" id="{A5C6B733-8231-3BB8-4CAB-9DAEAED48474}"/>
                </a:ext>
              </a:extLst>
            </p:cNvPr>
            <p:cNvSpPr/>
            <p:nvPr/>
          </p:nvSpPr>
          <p:spPr>
            <a:xfrm>
              <a:off x="6167438" y="4078352"/>
              <a:ext cx="848948" cy="259647"/>
            </a:xfrm>
            <a:prstGeom prst="wedgeRectCallout">
              <a:avLst>
                <a:gd name="adj1" fmla="val 141796"/>
                <a:gd name="adj2" fmla="val -5190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2A4DD829-0FE7-085C-3AE0-EE4FC8A661D3}"/>
                </a:ext>
              </a:extLst>
            </p:cNvPr>
            <p:cNvSpPr txBox="1"/>
            <p:nvPr/>
          </p:nvSpPr>
          <p:spPr>
            <a:xfrm>
              <a:off x="6183985" y="4078351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采样电阻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AEC9326A-1546-E66C-5093-ED759746EADB}"/>
                </a:ext>
              </a:extLst>
            </p:cNvPr>
            <p:cNvSpPr txBox="1"/>
            <p:nvPr/>
          </p:nvSpPr>
          <p:spPr>
            <a:xfrm>
              <a:off x="6183990" y="1678591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SWD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接口</a:t>
              </a:r>
            </a:p>
          </p:txBody>
        </p:sp>
        <p:sp>
          <p:nvSpPr>
            <p:cNvPr id="39" name="对话气泡: 矩形 38">
              <a:extLst>
                <a:ext uri="{FF2B5EF4-FFF2-40B4-BE49-F238E27FC236}">
                  <a16:creationId xmlns:a16="http://schemas.microsoft.com/office/drawing/2014/main" id="{76C70A58-54BF-153B-6F22-5D1BD5940F7A}"/>
                </a:ext>
              </a:extLst>
            </p:cNvPr>
            <p:cNvSpPr/>
            <p:nvPr/>
          </p:nvSpPr>
          <p:spPr>
            <a:xfrm flipH="1">
              <a:off x="11062146" y="1275301"/>
              <a:ext cx="848948" cy="259647"/>
            </a:xfrm>
            <a:prstGeom prst="wedgeRectCallout">
              <a:avLst>
                <a:gd name="adj1" fmla="val 287204"/>
                <a:gd name="adj2" fmla="val 10437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对话气泡: 矩形 39">
              <a:extLst>
                <a:ext uri="{FF2B5EF4-FFF2-40B4-BE49-F238E27FC236}">
                  <a16:creationId xmlns:a16="http://schemas.microsoft.com/office/drawing/2014/main" id="{AB838542-8C5A-507A-1FB2-1FB2282D9259}"/>
                </a:ext>
              </a:extLst>
            </p:cNvPr>
            <p:cNvSpPr/>
            <p:nvPr/>
          </p:nvSpPr>
          <p:spPr>
            <a:xfrm>
              <a:off x="6167438" y="2377465"/>
              <a:ext cx="848948" cy="259647"/>
            </a:xfrm>
            <a:prstGeom prst="wedgeRectCallout">
              <a:avLst>
                <a:gd name="adj1" fmla="val 267458"/>
                <a:gd name="adj2" fmla="val 18654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83234B9B-7720-3F2C-0BF8-6DE39E7404D8}"/>
                </a:ext>
              </a:extLst>
            </p:cNvPr>
            <p:cNvSpPr txBox="1"/>
            <p:nvPr/>
          </p:nvSpPr>
          <p:spPr>
            <a:xfrm>
              <a:off x="11070507" y="1252101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RS485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芯片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B5E0362-CE14-756C-CA6E-A89A3AE1E1A1}"/>
                </a:ext>
              </a:extLst>
            </p:cNvPr>
            <p:cNvSpPr txBox="1"/>
            <p:nvPr/>
          </p:nvSpPr>
          <p:spPr>
            <a:xfrm>
              <a:off x="6167438" y="1237464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CAN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芯片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B8892D0E-CE65-7EE0-9348-78259E295550}"/>
                </a:ext>
              </a:extLst>
            </p:cNvPr>
            <p:cNvSpPr txBox="1"/>
            <p:nvPr/>
          </p:nvSpPr>
          <p:spPr>
            <a:xfrm>
              <a:off x="6127543" y="2364149"/>
              <a:ext cx="1069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编码器芯片</a:t>
              </a: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7B6A5767-F558-3832-1BB9-D131D6713CAD}"/>
                </a:ext>
              </a:extLst>
            </p:cNvPr>
            <p:cNvSpPr txBox="1"/>
            <p:nvPr/>
          </p:nvSpPr>
          <p:spPr>
            <a:xfrm>
              <a:off x="11082531" y="1687268"/>
              <a:ext cx="907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散热模块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F51760F-3A47-17CE-3E3E-1F006E4C0389}"/>
                </a:ext>
              </a:extLst>
            </p:cNvPr>
            <p:cNvSpPr txBox="1"/>
            <p:nvPr/>
          </p:nvSpPr>
          <p:spPr>
            <a:xfrm>
              <a:off x="10959548" y="3977341"/>
              <a:ext cx="10007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电机三相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线接口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6049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41</Words>
  <Application>Microsoft Office PowerPoint</Application>
  <PresentationFormat>宽屏</PresentationFormat>
  <Paragraphs>21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空 天</dc:creator>
  <cp:lastModifiedBy>空 天</cp:lastModifiedBy>
  <cp:revision>8</cp:revision>
  <dcterms:created xsi:type="dcterms:W3CDTF">2026-03-17T12:07:14Z</dcterms:created>
  <dcterms:modified xsi:type="dcterms:W3CDTF">2026-03-17T13:24:46Z</dcterms:modified>
</cp:coreProperties>
</file>