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58" r:id="rId4"/>
    <p:sldId id="260" r:id="rId5"/>
    <p:sldId id="261" r:id="rId6"/>
    <p:sldId id="264" r:id="rId7"/>
    <p:sldId id="265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" userDrawn="1">
          <p15:clr>
            <a:srgbClr val="A4A3A4"/>
          </p15:clr>
        </p15:guide>
        <p15:guide id="3" orient="horz" pos="2432" userDrawn="1">
          <p15:clr>
            <a:srgbClr val="A4A3A4"/>
          </p15:clr>
        </p15:guide>
        <p15:guide id="4" orient="horz" pos="1434" userDrawn="1">
          <p15:clr>
            <a:srgbClr val="A4A3A4"/>
          </p15:clr>
        </p15:guide>
        <p15:guide id="5" orient="horz" pos="1253" userDrawn="1">
          <p15:clr>
            <a:srgbClr val="A4A3A4"/>
          </p15:clr>
        </p15:guide>
        <p15:guide id="6" pos="1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F"/>
    <a:srgbClr val="FFFFFF"/>
    <a:srgbClr val="D1D1FF"/>
    <a:srgbClr val="BDBDFF"/>
    <a:srgbClr val="9393FF"/>
    <a:srgbClr val="D3C7A1"/>
    <a:srgbClr val="CAC9B8"/>
    <a:srgbClr val="C9C9CA"/>
    <a:srgbClr val="A6A6A6"/>
    <a:srgbClr val="A8D1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332" y="604"/>
      </p:cViewPr>
      <p:guideLst>
        <p:guide orient="horz" pos="142"/>
        <p:guide orient="horz" pos="2432"/>
        <p:guide orient="horz" pos="1434"/>
        <p:guide orient="horz" pos="1253"/>
        <p:guide pos="1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38D93-132C-A0C6-D4C0-F9F1CF67A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698F62-821E-19A2-2979-DFF276747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4A4772-C37D-1947-2DFE-F7621589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80A5C6-9FE8-8D39-BA7B-7B012FC6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E20E3F-2467-2F36-175F-0D1CCD25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5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FE819-6B57-CAB8-015A-95D6DCD2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1635F-C6CB-C49E-55D1-56FA55608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23EF0F-75AD-4360-9233-C708352E0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BD9DF-01C5-4E13-4368-EC05AF4E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0CE423-4139-DA72-FC39-2D7038D2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25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8B6B4-19D5-B88B-510C-14BC84566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3FE8F3-C032-C300-061B-CE7A507A3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F71B1-8292-BEEF-2E84-0F07C68E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D851AE-471C-2592-53C3-70A5E23EE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1F66C-9EBD-26F8-20CD-4714BB2C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694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EEA7B-EB17-A9FC-BC8B-6B6257B7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91D9D5-246B-15FE-A4A9-4DC059357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C78859-3F37-E72D-16E8-09D31396E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D89582-DC72-4018-2EAC-DFA86B7D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85B5C-DF1E-FA20-C380-F416CE7B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56A8A9-F385-75A9-4FA3-11EC5B64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43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427F4-6AF7-B377-2CEE-CE8E527B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FD7B40-F11E-4625-F244-32D12A6CC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91ECDC-ECF9-F0E6-0619-506929202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B7454B-68CC-0981-E72B-8523ED528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42D521-AAB9-1F7F-24D5-8EC23F2DE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525FBF-7C9F-8F61-C75F-A0E828D06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36A6C0-7962-D7F4-B898-19FEF8F5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D83C20-625E-3467-E524-C20CF581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82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35E36-1E9F-8596-7AA6-9A7D8418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A7008CD-0218-CE47-CD37-16C93654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C2F161-06F5-3D4E-DD9A-BDCC63F6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95573E-309F-435A-3DD0-49FCABFD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37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063C6B-67A6-D865-1725-FB1AFED0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2CD4E5-36EB-43C9-9D26-7DACC4A3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4C20F0-1C3F-B5D8-0EFB-36FE2F30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788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2E012-E08E-E68B-A672-685805C32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840CC2-886E-5FEF-70E8-1BC413AD1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6E2264-E498-B69F-2117-7DC89A5E2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418F4A-29E2-3324-A208-E2D45314D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FE1A26-0ED0-F1BE-9E43-CE5CFD84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19BC2E-F343-F824-D344-0B91A8B2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82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89B2B-7059-8A15-8989-3ADDEF418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209D5D-8A4C-F9BA-D96E-4F5DB20D5F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6874EA-9BA6-08B2-8D76-551533804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8F315D-93EC-FD27-6083-069BEF8B3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542EC4-9859-C661-CD6A-09A96CD5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94F9C4-1269-8C01-5B25-68D5D44FB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436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96720-0FB6-F5EE-395A-3537EB255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4AE7B-D041-A91D-DFB3-7711B258C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E54A7D-071D-0685-75B3-ABA74BE49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352A4A-515E-0030-21B1-C1C9D6E3B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2A8D09-06EF-7BEB-C54D-90FAE25B2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15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BBF504-4008-F406-ABE8-A173E8497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2F7A3B-1A5A-667E-B701-F3D31519A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36F95D-442D-3A74-FD7C-F27C871D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68FFBD-B020-4E50-B3D8-FFEE2459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382C4C-8C7D-3E59-CE16-01CCF665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58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9D3B58-2401-B776-4F47-E450C02E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B36FCB-1691-CFD2-0254-F595A7959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147BEE-F8EE-8301-97B1-52B6C8AE4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01286-6A8C-468D-81AE-9CDB15DCD48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20BFF6-0AEA-82CC-8C3B-78F0ED978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A7851A-A324-B3F8-1163-F2E5636BE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00CAE-AD7E-4625-BD28-F62731697D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07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33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36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40.png"/><Relationship Id="rId33" Type="http://schemas.openxmlformats.org/officeDocument/2006/relationships/image" Target="../media/image4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35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39.png"/><Relationship Id="rId32" Type="http://schemas.openxmlformats.org/officeDocument/2006/relationships/image" Target="../media/image4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38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34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37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microsoft.com/office/2007/relationships/hdphoto" Target="../media/hdphoto2.wdp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CF68E75-9880-8981-93D0-E6F31FD75755}"/>
              </a:ext>
            </a:extLst>
          </p:cNvPr>
          <p:cNvGrpSpPr/>
          <p:nvPr/>
        </p:nvGrpSpPr>
        <p:grpSpPr>
          <a:xfrm>
            <a:off x="419188" y="707356"/>
            <a:ext cx="11213923" cy="4281808"/>
            <a:chOff x="419188" y="707356"/>
            <a:chExt cx="11213923" cy="4281808"/>
          </a:xfrm>
        </p:grpSpPr>
        <p:sp>
          <p:nvSpPr>
            <p:cNvPr id="342" name="矩形 341">
              <a:extLst>
                <a:ext uri="{FF2B5EF4-FFF2-40B4-BE49-F238E27FC236}">
                  <a16:creationId xmlns:a16="http://schemas.microsoft.com/office/drawing/2014/main" id="{A1934AB1-9AD8-5E6A-4EEC-32844FAB4DE6}"/>
                </a:ext>
              </a:extLst>
            </p:cNvPr>
            <p:cNvSpPr/>
            <p:nvPr/>
          </p:nvSpPr>
          <p:spPr>
            <a:xfrm>
              <a:off x="419188" y="3126216"/>
              <a:ext cx="2245072" cy="1843890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67C72B37-5572-57C7-598E-A9AF2E83F26E}"/>
                </a:ext>
              </a:extLst>
            </p:cNvPr>
            <p:cNvSpPr/>
            <p:nvPr/>
          </p:nvSpPr>
          <p:spPr>
            <a:xfrm>
              <a:off x="440981" y="1092985"/>
              <a:ext cx="2193123" cy="1843890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0332F092-442E-82CF-B0B6-B0FBB57E1E9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9196" y="1017739"/>
              <a:ext cx="2132286" cy="1994031"/>
              <a:chOff x="-182677" y="-225842"/>
              <a:chExt cx="4312716" cy="4033084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E632B9A6-F9C4-E8D9-9F28-55027D5970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CFFFC"/>
                  </a:clrFrom>
                  <a:clrTo>
                    <a:srgbClr val="FCFFFC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059" t="26875" r="38628" b="8335"/>
              <a:stretch>
                <a:fillRect/>
              </a:stretch>
            </p:blipFill>
            <p:spPr>
              <a:xfrm>
                <a:off x="-182677" y="-65217"/>
                <a:ext cx="1253802" cy="1974341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4FA17865-6A81-B206-3138-1916E2CE8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CFFFC"/>
                  </a:clrFrom>
                  <a:clrTo>
                    <a:srgbClr val="FCFFFC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921" t="26208" r="39764" b="9000"/>
              <a:stretch>
                <a:fillRect/>
              </a:stretch>
            </p:blipFill>
            <p:spPr>
              <a:xfrm>
                <a:off x="-163647" y="1759319"/>
                <a:ext cx="1253802" cy="1974341"/>
              </a:xfrm>
              <a:prstGeom prst="rect">
                <a:avLst/>
              </a:prstGeom>
            </p:spPr>
          </p:pic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BABD28E0-0739-9E6E-7E14-3CB7A53DB2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CFFFC"/>
                  </a:clrFrom>
                  <a:clrTo>
                    <a:srgbClr val="FCFFFC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42" t="26404" r="38343" b="8805"/>
              <a:stretch>
                <a:fillRect/>
              </a:stretch>
            </p:blipFill>
            <p:spPr>
              <a:xfrm>
                <a:off x="1984957" y="-88642"/>
                <a:ext cx="1253802" cy="1974341"/>
              </a:xfrm>
              <a:prstGeom prst="rect">
                <a:avLst/>
              </a:prstGeom>
            </p:spPr>
          </p:pic>
          <p:pic>
            <p:nvPicPr>
              <p:cNvPr id="38" name="图片 37">
                <a:extLst>
                  <a:ext uri="{FF2B5EF4-FFF2-40B4-BE49-F238E27FC236}">
                    <a16:creationId xmlns:a16="http://schemas.microsoft.com/office/drawing/2014/main" id="{6ADA073D-338E-15E9-6C30-B66DC99072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CFFFC"/>
                  </a:clrFrom>
                  <a:clrTo>
                    <a:srgbClr val="FCFFFC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43" t="24352" r="38342" b="10856"/>
              <a:stretch>
                <a:fillRect/>
              </a:stretch>
            </p:blipFill>
            <p:spPr>
              <a:xfrm>
                <a:off x="2092639" y="1780745"/>
                <a:ext cx="1253804" cy="1974341"/>
              </a:xfrm>
              <a:prstGeom prst="rect">
                <a:avLst/>
              </a:prstGeom>
            </p:spPr>
          </p:pic>
          <p:pic>
            <p:nvPicPr>
              <p:cNvPr id="40" name="图片 39">
                <a:extLst>
                  <a:ext uri="{FF2B5EF4-FFF2-40B4-BE49-F238E27FC236}">
                    <a16:creationId xmlns:a16="http://schemas.microsoft.com/office/drawing/2014/main" id="{39F15B7C-8C89-4BC0-59D3-0DED8221C2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CFFFC"/>
                  </a:clrFrom>
                  <a:clrTo>
                    <a:srgbClr val="FCFFFC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926" t="28214" r="37759" b="6995"/>
              <a:stretch>
                <a:fillRect/>
              </a:stretch>
            </p:blipFill>
            <p:spPr>
              <a:xfrm>
                <a:off x="2876237" y="1832901"/>
                <a:ext cx="1253802" cy="1974341"/>
              </a:xfrm>
              <a:prstGeom prst="rect">
                <a:avLst/>
              </a:prstGeom>
            </p:spPr>
          </p:pic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03A06737-7DE0-EC4B-21C5-E999293604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CFFFC"/>
                  </a:clrFrom>
                  <a:clrTo>
                    <a:srgbClr val="FCFFFC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9395" t="22913" r="36892" b="12295"/>
              <a:stretch>
                <a:fillRect/>
              </a:stretch>
            </p:blipFill>
            <p:spPr>
              <a:xfrm>
                <a:off x="890415" y="-225842"/>
                <a:ext cx="1275252" cy="1974341"/>
              </a:xfrm>
              <a:prstGeom prst="rect">
                <a:avLst/>
              </a:prstGeom>
            </p:spPr>
          </p:pic>
          <p:pic>
            <p:nvPicPr>
              <p:cNvPr id="50" name="图片 49">
                <a:extLst>
                  <a:ext uri="{FF2B5EF4-FFF2-40B4-BE49-F238E27FC236}">
                    <a16:creationId xmlns:a16="http://schemas.microsoft.com/office/drawing/2014/main" id="{83F8AE97-F52D-CE2A-3053-A7D3896AFD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CFFFC"/>
                  </a:clrFrom>
                  <a:clrTo>
                    <a:srgbClr val="FCFFFC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063" t="25421" r="31565" b="9788"/>
              <a:stretch>
                <a:fillRect/>
              </a:stretch>
            </p:blipFill>
            <p:spPr>
              <a:xfrm>
                <a:off x="760603" y="1773602"/>
                <a:ext cx="1794676" cy="1974342"/>
              </a:xfrm>
              <a:prstGeom prst="rect">
                <a:avLst/>
              </a:prstGeom>
            </p:spPr>
          </p:pic>
          <p:pic>
            <p:nvPicPr>
              <p:cNvPr id="56" name="图片 55">
                <a:extLst>
                  <a:ext uri="{FF2B5EF4-FFF2-40B4-BE49-F238E27FC236}">
                    <a16:creationId xmlns:a16="http://schemas.microsoft.com/office/drawing/2014/main" id="{6FF0FFCF-3900-CFD0-F24A-B24D873D60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clrChange>
                  <a:clrFrom>
                    <a:srgbClr val="FCFFFC"/>
                  </a:clrFrom>
                  <a:clrTo>
                    <a:srgbClr val="FCFFFC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9839" t="28666" r="37547" b="5605"/>
              <a:stretch>
                <a:fillRect/>
              </a:stretch>
            </p:blipFill>
            <p:spPr>
              <a:xfrm>
                <a:off x="2782888" y="-88642"/>
                <a:ext cx="1216164" cy="2002909"/>
              </a:xfrm>
              <a:prstGeom prst="rect">
                <a:avLst/>
              </a:prstGeom>
            </p:spPr>
          </p:pic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3506E908-589B-7BFC-0815-4FD3D3F964A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95551" y="3054952"/>
              <a:ext cx="2090417" cy="1934212"/>
              <a:chOff x="0" y="3733660"/>
              <a:chExt cx="4267573" cy="3948683"/>
            </a:xfrm>
          </p:grpSpPr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51E17231-E680-27EB-D889-0C92FC88D7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43" t="17604" r="38342" b="17604"/>
              <a:stretch>
                <a:fillRect/>
              </a:stretch>
            </p:blipFill>
            <p:spPr>
              <a:xfrm>
                <a:off x="0" y="3762228"/>
                <a:ext cx="1253803" cy="197434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794E0566-B7A9-246A-378E-1E547FDBB8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824" t="18838" r="38862" b="16370"/>
              <a:stretch>
                <a:fillRect/>
              </a:stretch>
            </p:blipFill>
            <p:spPr>
              <a:xfrm>
                <a:off x="63743" y="5708002"/>
                <a:ext cx="1253804" cy="1974341"/>
              </a:xfrm>
              <a:prstGeom prst="rect">
                <a:avLst/>
              </a:prstGeom>
            </p:spPr>
          </p:pic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3FA1547F-FE49-E94B-F9B6-208C3E7B46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43" t="16666" r="38342" b="17605"/>
              <a:stretch>
                <a:fillRect/>
              </a:stretch>
            </p:blipFill>
            <p:spPr>
              <a:xfrm>
                <a:off x="2152821" y="3762228"/>
                <a:ext cx="1253803" cy="2002909"/>
              </a:xfrm>
              <a:prstGeom prst="rect">
                <a:avLst/>
              </a:prstGeom>
            </p:spPr>
          </p:pic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993E3C99-3A90-F06E-F922-35BD1287FD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9946" t="13643" r="36739" b="21565"/>
              <a:stretch>
                <a:fillRect/>
              </a:stretch>
            </p:blipFill>
            <p:spPr>
              <a:xfrm>
                <a:off x="2372921" y="5527950"/>
                <a:ext cx="1253805" cy="1974341"/>
              </a:xfrm>
              <a:prstGeom prst="rect">
                <a:avLst/>
              </a:prstGeom>
            </p:spPr>
          </p:pic>
          <p:pic>
            <p:nvPicPr>
              <p:cNvPr id="46" name="图片 45">
                <a:extLst>
                  <a:ext uri="{FF2B5EF4-FFF2-40B4-BE49-F238E27FC236}">
                    <a16:creationId xmlns:a16="http://schemas.microsoft.com/office/drawing/2014/main" id="{C7F5F049-5ADD-73E4-476D-A58A6D3399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238" t="17006" r="39448" b="18203"/>
              <a:stretch>
                <a:fillRect/>
              </a:stretch>
            </p:blipFill>
            <p:spPr>
              <a:xfrm>
                <a:off x="3013771" y="5634422"/>
                <a:ext cx="1253802" cy="1974341"/>
              </a:xfrm>
              <a:prstGeom prst="rect">
                <a:avLst/>
              </a:prstGeom>
            </p:spPr>
          </p:pic>
          <p:pic>
            <p:nvPicPr>
              <p:cNvPr id="52" name="图片 51">
                <a:extLst>
                  <a:ext uri="{FF2B5EF4-FFF2-40B4-BE49-F238E27FC236}">
                    <a16:creationId xmlns:a16="http://schemas.microsoft.com/office/drawing/2014/main" id="{5DE83666-F680-50BE-50B4-003C0B2A2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9681" t="21851" r="36606" b="12420"/>
              <a:stretch>
                <a:fillRect/>
              </a:stretch>
            </p:blipFill>
            <p:spPr>
              <a:xfrm>
                <a:off x="1065686" y="3942279"/>
                <a:ext cx="1275252" cy="2002909"/>
              </a:xfrm>
              <a:prstGeom prst="rect">
                <a:avLst/>
              </a:prstGeom>
            </p:spPr>
          </p:pic>
          <p:pic>
            <p:nvPicPr>
              <p:cNvPr id="54" name="图片 53">
                <a:extLst>
                  <a:ext uri="{FF2B5EF4-FFF2-40B4-BE49-F238E27FC236}">
                    <a16:creationId xmlns:a16="http://schemas.microsoft.com/office/drawing/2014/main" id="{CF0D1A61-E552-5E2F-617B-B78673CE2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948" t="15590" r="32739" b="19618"/>
              <a:stretch>
                <a:fillRect/>
              </a:stretch>
            </p:blipFill>
            <p:spPr>
              <a:xfrm>
                <a:off x="1014141" y="5617976"/>
                <a:ext cx="1630204" cy="1974341"/>
              </a:xfrm>
              <a:prstGeom prst="rect">
                <a:avLst/>
              </a:prstGeom>
            </p:spPr>
          </p:pic>
          <p:pic>
            <p:nvPicPr>
              <p:cNvPr id="58" name="图片 57">
                <a:extLst>
                  <a:ext uri="{FF2B5EF4-FFF2-40B4-BE49-F238E27FC236}">
                    <a16:creationId xmlns:a16="http://schemas.microsoft.com/office/drawing/2014/main" id="{B2CC7C63-79B1-F66B-7587-D148181D20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398" t="17604" r="39889" b="17604"/>
              <a:stretch>
                <a:fillRect/>
              </a:stretch>
            </p:blipFill>
            <p:spPr>
              <a:xfrm>
                <a:off x="2908724" y="3733660"/>
                <a:ext cx="1275252" cy="1974342"/>
              </a:xfrm>
              <a:prstGeom prst="rect">
                <a:avLst/>
              </a:prstGeom>
            </p:spPr>
          </p:pic>
        </p:grp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95F9C02C-0C6C-6C54-AA79-0FE0A090E521}"/>
                </a:ext>
              </a:extLst>
            </p:cNvPr>
            <p:cNvSpPr/>
            <p:nvPr/>
          </p:nvSpPr>
          <p:spPr>
            <a:xfrm>
              <a:off x="3213720" y="1092985"/>
              <a:ext cx="4517356" cy="1863089"/>
            </a:xfrm>
            <a:prstGeom prst="rect">
              <a:avLst/>
            </a:prstGeom>
            <a:solidFill>
              <a:srgbClr val="DAE3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ACBDF518-2818-ADB2-4288-C7197B7D8455}"/>
                </a:ext>
              </a:extLst>
            </p:cNvPr>
            <p:cNvSpPr/>
            <p:nvPr/>
          </p:nvSpPr>
          <p:spPr>
            <a:xfrm>
              <a:off x="3217038" y="3126217"/>
              <a:ext cx="4514036" cy="1791684"/>
            </a:xfrm>
            <a:prstGeom prst="rect">
              <a:avLst/>
            </a:prstGeom>
            <a:solidFill>
              <a:srgbClr val="FBE5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梯形 69">
              <a:extLst>
                <a:ext uri="{FF2B5EF4-FFF2-40B4-BE49-F238E27FC236}">
                  <a16:creationId xmlns:a16="http://schemas.microsoft.com/office/drawing/2014/main" id="{D63BE841-9D40-4F90-0C35-1E43B6086DDA}"/>
                </a:ext>
              </a:extLst>
            </p:cNvPr>
            <p:cNvSpPr/>
            <p:nvPr/>
          </p:nvSpPr>
          <p:spPr>
            <a:xfrm rot="5400000">
              <a:off x="5796654" y="3450048"/>
              <a:ext cx="1031462" cy="1083482"/>
            </a:xfrm>
            <a:prstGeom prst="trapezoid">
              <a:avLst/>
            </a:prstGeom>
            <a:solidFill>
              <a:srgbClr val="F4B1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B43B33D8-83A7-D261-80A9-D941677A79B4}"/>
                </a:ext>
              </a:extLst>
            </p:cNvPr>
            <p:cNvSpPr txBox="1"/>
            <p:nvPr/>
          </p:nvSpPr>
          <p:spPr>
            <a:xfrm>
              <a:off x="5833188" y="3568227"/>
              <a:ext cx="7269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Actor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02A7823D-3E74-5730-F6FC-4C13FFF6CEA4}"/>
                </a:ext>
              </a:extLst>
            </p:cNvPr>
            <p:cNvSpPr/>
            <p:nvPr/>
          </p:nvSpPr>
          <p:spPr>
            <a:xfrm>
              <a:off x="4427987" y="4128017"/>
              <a:ext cx="410942" cy="415762"/>
            </a:xfrm>
            <a:prstGeom prst="rect">
              <a:avLst/>
            </a:prstGeom>
            <a:solidFill>
              <a:srgbClr val="A8D1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49E2419A-6B5B-D591-86DA-09CA811A03CD}"/>
                    </a:ext>
                  </a:extLst>
                </p:cNvPr>
                <p:cNvSpPr txBox="1"/>
                <p:nvPr/>
              </p:nvSpPr>
              <p:spPr>
                <a:xfrm>
                  <a:off x="4436250" y="4119271"/>
                  <a:ext cx="394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49E2419A-6B5B-D591-86DA-09CA811A0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6250" y="4119271"/>
                  <a:ext cx="394967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0B291AB6-229C-387E-4818-399AE16F6B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88394" y="3908435"/>
              <a:ext cx="467959" cy="423225"/>
              <a:chOff x="8811616" y="3766033"/>
              <a:chExt cx="701422" cy="634371"/>
            </a:xfrm>
          </p:grpSpPr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5B2BD600-1BC4-6A29-DED8-7B04FA4254D6}"/>
                  </a:ext>
                </a:extLst>
              </p:cNvPr>
              <p:cNvSpPr/>
              <p:nvPr/>
            </p:nvSpPr>
            <p:spPr>
              <a:xfrm>
                <a:off x="8816706" y="3766033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6F973A39-21E3-7AED-90A2-F3F373FD5F8B}"/>
                  </a:ext>
                </a:extLst>
              </p:cNvPr>
              <p:cNvSpPr/>
              <p:nvPr/>
            </p:nvSpPr>
            <p:spPr>
              <a:xfrm>
                <a:off x="8813070" y="4002395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BE5BABC2-B0D4-25A9-A7C4-30E4318D1AF0}"/>
                  </a:ext>
                </a:extLst>
              </p:cNvPr>
              <p:cNvSpPr/>
              <p:nvPr/>
            </p:nvSpPr>
            <p:spPr>
              <a:xfrm>
                <a:off x="8811616" y="4238758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85654D7D-CE97-E6A2-2247-79E50228AA3C}"/>
                  </a:ext>
                </a:extLst>
              </p:cNvPr>
              <p:cNvSpPr/>
              <p:nvPr/>
            </p:nvSpPr>
            <p:spPr>
              <a:xfrm>
                <a:off x="9106971" y="3891836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AAAA8B62-3D4B-D27A-9CBB-4FDBBF21C588}"/>
                  </a:ext>
                </a:extLst>
              </p:cNvPr>
              <p:cNvSpPr/>
              <p:nvPr/>
            </p:nvSpPr>
            <p:spPr>
              <a:xfrm>
                <a:off x="9106971" y="4128590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cxnSp>
            <p:nvCxnSpPr>
              <p:cNvPr id="124" name="直接箭头连接符 123">
                <a:extLst>
                  <a:ext uri="{FF2B5EF4-FFF2-40B4-BE49-F238E27FC236}">
                    <a16:creationId xmlns:a16="http://schemas.microsoft.com/office/drawing/2014/main" id="{52B8084C-2636-931D-C8A3-9D73526DC6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5353" y="3842398"/>
                <a:ext cx="131619" cy="125803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>
                <a:extLst>
                  <a:ext uri="{FF2B5EF4-FFF2-40B4-BE49-F238E27FC236}">
                    <a16:creationId xmlns:a16="http://schemas.microsoft.com/office/drawing/2014/main" id="{DD2356BD-65A8-B8C0-3B8D-9FADCB3BD6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272" y="3846105"/>
                <a:ext cx="126745" cy="359938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125">
                <a:extLst>
                  <a:ext uri="{FF2B5EF4-FFF2-40B4-BE49-F238E27FC236}">
                    <a16:creationId xmlns:a16="http://schemas.microsoft.com/office/drawing/2014/main" id="{8E8592A4-DAAC-903D-AA0C-35EDEB192909}"/>
                  </a:ext>
                </a:extLst>
              </p:cNvPr>
              <p:cNvCxnSpPr>
                <a:cxnSpLocks/>
                <a:stCxn id="119" idx="6"/>
              </p:cNvCxnSpPr>
              <p:nvPr/>
            </p:nvCxnSpPr>
            <p:spPr>
              <a:xfrm>
                <a:off x="8971716" y="4083218"/>
                <a:ext cx="131998" cy="125582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箭头连接符 126">
                <a:extLst>
                  <a:ext uri="{FF2B5EF4-FFF2-40B4-BE49-F238E27FC236}">
                    <a16:creationId xmlns:a16="http://schemas.microsoft.com/office/drawing/2014/main" id="{FBC0219A-F3EC-9971-BC5D-5C513C90F2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73127" y="3964216"/>
                <a:ext cx="128451" cy="118408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箭头连接符 127">
                <a:extLst>
                  <a:ext uri="{FF2B5EF4-FFF2-40B4-BE49-F238E27FC236}">
                    <a16:creationId xmlns:a16="http://schemas.microsoft.com/office/drawing/2014/main" id="{5C979920-4B93-F603-21A3-0DCBAD636E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71412" y="4208800"/>
                <a:ext cx="134024" cy="111938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箭头连接符 128">
                <a:extLst>
                  <a:ext uri="{FF2B5EF4-FFF2-40B4-BE49-F238E27FC236}">
                    <a16:creationId xmlns:a16="http://schemas.microsoft.com/office/drawing/2014/main" id="{C6049B84-6288-DCE3-20F0-14BC7219F5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70260" y="3967931"/>
                <a:ext cx="133454" cy="350995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CAAE136D-6739-82FA-73F4-7DB91D2A8F89}"/>
                  </a:ext>
                </a:extLst>
              </p:cNvPr>
              <p:cNvSpPr/>
              <p:nvPr/>
            </p:nvSpPr>
            <p:spPr>
              <a:xfrm>
                <a:off x="9354394" y="4001232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F9039525-706E-87A3-6D8E-779FD503BF11}"/>
                  </a:ext>
                </a:extLst>
              </p:cNvPr>
              <p:cNvCxnSpPr>
                <a:cxnSpLocks/>
                <a:stCxn id="121" idx="6"/>
                <a:endCxn id="138" idx="2"/>
              </p:cNvCxnSpPr>
              <p:nvPr/>
            </p:nvCxnSpPr>
            <p:spPr>
              <a:xfrm>
                <a:off x="9265616" y="3972659"/>
                <a:ext cx="88778" cy="109397"/>
              </a:xfrm>
              <a:prstGeom prst="line">
                <a:avLst/>
              </a:prstGeom>
              <a:ln w="15875">
                <a:solidFill>
                  <a:srgbClr val="A1A1A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>
                <a:extLst>
                  <a:ext uri="{FF2B5EF4-FFF2-40B4-BE49-F238E27FC236}">
                    <a16:creationId xmlns:a16="http://schemas.microsoft.com/office/drawing/2014/main" id="{4B40C04E-C1F7-6818-1C3F-39E8C7C013E3}"/>
                  </a:ext>
                </a:extLst>
              </p:cNvPr>
              <p:cNvCxnSpPr>
                <a:cxnSpLocks/>
                <a:stCxn id="122" idx="6"/>
                <a:endCxn id="138" idx="2"/>
              </p:cNvCxnSpPr>
              <p:nvPr/>
            </p:nvCxnSpPr>
            <p:spPr>
              <a:xfrm flipV="1">
                <a:off x="9265616" y="4082055"/>
                <a:ext cx="88778" cy="127358"/>
              </a:xfrm>
              <a:prstGeom prst="line">
                <a:avLst/>
              </a:prstGeom>
              <a:ln w="15875">
                <a:solidFill>
                  <a:srgbClr val="A1A1A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30F21D9C-51E4-8D6C-ABC8-8E49F6787C4F}"/>
                </a:ext>
              </a:extLst>
            </p:cNvPr>
            <p:cNvSpPr/>
            <p:nvPr/>
          </p:nvSpPr>
          <p:spPr>
            <a:xfrm>
              <a:off x="4393775" y="3428375"/>
              <a:ext cx="438151" cy="473711"/>
            </a:xfrm>
            <a:prstGeom prst="rect">
              <a:avLst/>
            </a:prstGeom>
            <a:solidFill>
              <a:srgbClr val="F8CB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9DA90EAE-A019-C4DC-1D1E-C6B0613AFE5A}"/>
                </a:ext>
              </a:extLst>
            </p:cNvPr>
            <p:cNvSpPr/>
            <p:nvPr/>
          </p:nvSpPr>
          <p:spPr>
            <a:xfrm>
              <a:off x="3996684" y="4128017"/>
              <a:ext cx="410942" cy="415762"/>
            </a:xfrm>
            <a:prstGeom prst="rect">
              <a:avLst/>
            </a:prstGeom>
            <a:solidFill>
              <a:srgbClr val="A8D1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B3715AC5-F984-05DE-41B4-A1BCACCC902B}"/>
                </a:ext>
              </a:extLst>
            </p:cNvPr>
            <p:cNvSpPr/>
            <p:nvPr/>
          </p:nvSpPr>
          <p:spPr>
            <a:xfrm>
              <a:off x="3359419" y="4128017"/>
              <a:ext cx="410942" cy="415762"/>
            </a:xfrm>
            <a:prstGeom prst="rect">
              <a:avLst/>
            </a:prstGeom>
            <a:solidFill>
              <a:srgbClr val="A8D1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60DC8721-CA30-6EC6-0B27-53F411F0D873}"/>
                </a:ext>
              </a:extLst>
            </p:cNvPr>
            <p:cNvSpPr/>
            <p:nvPr/>
          </p:nvSpPr>
          <p:spPr>
            <a:xfrm>
              <a:off x="4528653" y="2395154"/>
              <a:ext cx="325725" cy="321244"/>
            </a:xfrm>
            <a:prstGeom prst="rect">
              <a:avLst/>
            </a:prstGeom>
            <a:solidFill>
              <a:srgbClr val="F8CB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15F06419-C53B-666B-E9ED-01B967CEDDDB}"/>
                </a:ext>
              </a:extLst>
            </p:cNvPr>
            <p:cNvSpPr/>
            <p:nvPr/>
          </p:nvSpPr>
          <p:spPr>
            <a:xfrm>
              <a:off x="4524767" y="1874938"/>
              <a:ext cx="325725" cy="321244"/>
            </a:xfrm>
            <a:prstGeom prst="rect">
              <a:avLst/>
            </a:prstGeom>
            <a:solidFill>
              <a:srgbClr val="A8D1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F834EDE9-AFE1-6F13-403F-4701C5038F68}"/>
                </a:ext>
              </a:extLst>
            </p:cNvPr>
            <p:cNvSpPr/>
            <p:nvPr/>
          </p:nvSpPr>
          <p:spPr>
            <a:xfrm>
              <a:off x="4528653" y="1393862"/>
              <a:ext cx="325725" cy="32124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0C7028E3-687C-A3C2-2404-BF220305C554}"/>
                </a:ext>
              </a:extLst>
            </p:cNvPr>
            <p:cNvSpPr/>
            <p:nvPr/>
          </p:nvSpPr>
          <p:spPr>
            <a:xfrm>
              <a:off x="5357429" y="3428374"/>
              <a:ext cx="115964" cy="484087"/>
            </a:xfrm>
            <a:prstGeom prst="rect">
              <a:avLst/>
            </a:prstGeom>
            <a:solidFill>
              <a:srgbClr val="F8CB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996C3270-3A21-B584-0A3C-93612DC5A49A}"/>
                </a:ext>
              </a:extLst>
            </p:cNvPr>
            <p:cNvSpPr/>
            <p:nvPr/>
          </p:nvSpPr>
          <p:spPr>
            <a:xfrm>
              <a:off x="5353140" y="4128017"/>
              <a:ext cx="115964" cy="421326"/>
            </a:xfrm>
            <a:prstGeom prst="rect">
              <a:avLst/>
            </a:prstGeom>
            <a:solidFill>
              <a:srgbClr val="A8D1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E66100AC-8FA4-4993-22C7-CE2851E72255}"/>
                </a:ext>
              </a:extLst>
            </p:cNvPr>
            <p:cNvSpPr/>
            <p:nvPr/>
          </p:nvSpPr>
          <p:spPr>
            <a:xfrm>
              <a:off x="5375670" y="2398796"/>
              <a:ext cx="95486" cy="317602"/>
            </a:xfrm>
            <a:prstGeom prst="rect">
              <a:avLst/>
            </a:prstGeom>
            <a:solidFill>
              <a:srgbClr val="F8CB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854FFA2D-8A28-7ED7-AA5D-F7C8FDF4B2E4}"/>
                </a:ext>
              </a:extLst>
            </p:cNvPr>
            <p:cNvSpPr/>
            <p:nvPr/>
          </p:nvSpPr>
          <p:spPr>
            <a:xfrm>
              <a:off x="5381428" y="1877851"/>
              <a:ext cx="95486" cy="317602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996E7489-2754-7504-0BD2-D9760360B676}"/>
                </a:ext>
              </a:extLst>
            </p:cNvPr>
            <p:cNvSpPr/>
            <p:nvPr/>
          </p:nvSpPr>
          <p:spPr>
            <a:xfrm>
              <a:off x="5388231" y="1378740"/>
              <a:ext cx="95486" cy="31760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箭头: 右 168">
              <a:extLst>
                <a:ext uri="{FF2B5EF4-FFF2-40B4-BE49-F238E27FC236}">
                  <a16:creationId xmlns:a16="http://schemas.microsoft.com/office/drawing/2014/main" id="{D0F9C649-B786-C2CB-232E-F5C8E52DCF41}"/>
                </a:ext>
              </a:extLst>
            </p:cNvPr>
            <p:cNvSpPr/>
            <p:nvPr/>
          </p:nvSpPr>
          <p:spPr>
            <a:xfrm flipV="1">
              <a:off x="4854378" y="1530762"/>
              <a:ext cx="528636" cy="45719"/>
            </a:xfrm>
            <a:prstGeom prst="rightArrow">
              <a:avLst>
                <a:gd name="adj1" fmla="val 50000"/>
                <a:gd name="adj2" fmla="val 98611"/>
              </a:avLst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箭头: 右 170">
              <a:extLst>
                <a:ext uri="{FF2B5EF4-FFF2-40B4-BE49-F238E27FC236}">
                  <a16:creationId xmlns:a16="http://schemas.microsoft.com/office/drawing/2014/main" id="{D7CCA0FF-6627-28E0-B0F6-B95F36E632D8}"/>
                </a:ext>
              </a:extLst>
            </p:cNvPr>
            <p:cNvSpPr/>
            <p:nvPr/>
          </p:nvSpPr>
          <p:spPr>
            <a:xfrm flipV="1">
              <a:off x="4854378" y="2001849"/>
              <a:ext cx="528636" cy="45719"/>
            </a:xfrm>
            <a:prstGeom prst="rightArrow">
              <a:avLst>
                <a:gd name="adj1" fmla="val 50000"/>
                <a:gd name="adj2" fmla="val 98611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箭头: 右 171">
              <a:extLst>
                <a:ext uri="{FF2B5EF4-FFF2-40B4-BE49-F238E27FC236}">
                  <a16:creationId xmlns:a16="http://schemas.microsoft.com/office/drawing/2014/main" id="{6DCFB2CA-13BE-68E6-C7F5-813D11F56241}"/>
                </a:ext>
              </a:extLst>
            </p:cNvPr>
            <p:cNvSpPr/>
            <p:nvPr/>
          </p:nvSpPr>
          <p:spPr>
            <a:xfrm flipV="1">
              <a:off x="4854548" y="2533784"/>
              <a:ext cx="528636" cy="45719"/>
            </a:xfrm>
            <a:prstGeom prst="rightArrow">
              <a:avLst>
                <a:gd name="adj1" fmla="val 50000"/>
                <a:gd name="adj2" fmla="val 98611"/>
              </a:avLst>
            </a:prstGeom>
            <a:solidFill>
              <a:srgbClr val="F8CB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箭头: 右 172">
              <a:extLst>
                <a:ext uri="{FF2B5EF4-FFF2-40B4-BE49-F238E27FC236}">
                  <a16:creationId xmlns:a16="http://schemas.microsoft.com/office/drawing/2014/main" id="{C1B998B5-0F9D-64E2-CED4-312B0CA8231D}"/>
                </a:ext>
              </a:extLst>
            </p:cNvPr>
            <p:cNvSpPr/>
            <p:nvPr/>
          </p:nvSpPr>
          <p:spPr>
            <a:xfrm>
              <a:off x="4838930" y="3591275"/>
              <a:ext cx="515720" cy="139461"/>
            </a:xfrm>
            <a:prstGeom prst="rightArrow">
              <a:avLst>
                <a:gd name="adj1" fmla="val 30330"/>
                <a:gd name="adj2" fmla="val 46157"/>
              </a:avLst>
            </a:prstGeom>
            <a:solidFill>
              <a:srgbClr val="F8CB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箭头: 右 173">
              <a:extLst>
                <a:ext uri="{FF2B5EF4-FFF2-40B4-BE49-F238E27FC236}">
                  <a16:creationId xmlns:a16="http://schemas.microsoft.com/office/drawing/2014/main" id="{9C47A42F-6AE8-F2BA-49D3-B542F60BB366}"/>
                </a:ext>
              </a:extLst>
            </p:cNvPr>
            <p:cNvSpPr/>
            <p:nvPr/>
          </p:nvSpPr>
          <p:spPr>
            <a:xfrm>
              <a:off x="4837420" y="4257099"/>
              <a:ext cx="515720" cy="139461"/>
            </a:xfrm>
            <a:prstGeom prst="rightArrow">
              <a:avLst>
                <a:gd name="adj1" fmla="val 30330"/>
                <a:gd name="adj2" fmla="val 46157"/>
              </a:avLst>
            </a:prstGeom>
            <a:solidFill>
              <a:srgbClr val="A8D1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梯形 175">
              <a:extLst>
                <a:ext uri="{FF2B5EF4-FFF2-40B4-BE49-F238E27FC236}">
                  <a16:creationId xmlns:a16="http://schemas.microsoft.com/office/drawing/2014/main" id="{DD313703-F57F-E60B-D1BB-EAA0816D3BB1}"/>
                </a:ext>
              </a:extLst>
            </p:cNvPr>
            <p:cNvSpPr/>
            <p:nvPr/>
          </p:nvSpPr>
          <p:spPr>
            <a:xfrm rot="5400000">
              <a:off x="5820857" y="1522031"/>
              <a:ext cx="1031462" cy="1083482"/>
            </a:xfrm>
            <a:prstGeom prst="trapezoid">
              <a:avLst/>
            </a:prstGeom>
            <a:solidFill>
              <a:srgbClr val="8FAB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A254B49E-2B02-AA77-A39D-FFB64E199A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89503" y="1968360"/>
              <a:ext cx="467959" cy="423225"/>
              <a:chOff x="8811616" y="3766033"/>
              <a:chExt cx="701422" cy="634371"/>
            </a:xfrm>
          </p:grpSpPr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C18404FD-A61C-E039-88C7-9D020493EB85}"/>
                  </a:ext>
                </a:extLst>
              </p:cNvPr>
              <p:cNvSpPr/>
              <p:nvPr/>
            </p:nvSpPr>
            <p:spPr>
              <a:xfrm>
                <a:off x="8816706" y="3766033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sp>
            <p:nvSpPr>
              <p:cNvPr id="194" name="椭圆 193">
                <a:extLst>
                  <a:ext uri="{FF2B5EF4-FFF2-40B4-BE49-F238E27FC236}">
                    <a16:creationId xmlns:a16="http://schemas.microsoft.com/office/drawing/2014/main" id="{27E6EEF9-ED91-02BD-8FC3-170A10E59637}"/>
                  </a:ext>
                </a:extLst>
              </p:cNvPr>
              <p:cNvSpPr/>
              <p:nvPr/>
            </p:nvSpPr>
            <p:spPr>
              <a:xfrm>
                <a:off x="8813070" y="4002395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EFFA6CED-A6E2-BE51-432B-A434C752CC7F}"/>
                  </a:ext>
                </a:extLst>
              </p:cNvPr>
              <p:cNvSpPr/>
              <p:nvPr/>
            </p:nvSpPr>
            <p:spPr>
              <a:xfrm>
                <a:off x="8811616" y="4238758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sp>
            <p:nvSpPr>
              <p:cNvPr id="196" name="椭圆 195">
                <a:extLst>
                  <a:ext uri="{FF2B5EF4-FFF2-40B4-BE49-F238E27FC236}">
                    <a16:creationId xmlns:a16="http://schemas.microsoft.com/office/drawing/2014/main" id="{718C9EB2-B2F0-0D72-CCBF-203B84747CBD}"/>
                  </a:ext>
                </a:extLst>
              </p:cNvPr>
              <p:cNvSpPr/>
              <p:nvPr/>
            </p:nvSpPr>
            <p:spPr>
              <a:xfrm>
                <a:off x="9106971" y="3891836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sp>
            <p:nvSpPr>
              <p:cNvPr id="197" name="椭圆 196">
                <a:extLst>
                  <a:ext uri="{FF2B5EF4-FFF2-40B4-BE49-F238E27FC236}">
                    <a16:creationId xmlns:a16="http://schemas.microsoft.com/office/drawing/2014/main" id="{C64E5AC7-4FEC-A6BF-B093-58DF07B61AD2}"/>
                  </a:ext>
                </a:extLst>
              </p:cNvPr>
              <p:cNvSpPr/>
              <p:nvPr/>
            </p:nvSpPr>
            <p:spPr>
              <a:xfrm>
                <a:off x="9106971" y="4128590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cxnSp>
            <p:nvCxnSpPr>
              <p:cNvPr id="198" name="直接箭头连接符 197">
                <a:extLst>
                  <a:ext uri="{FF2B5EF4-FFF2-40B4-BE49-F238E27FC236}">
                    <a16:creationId xmlns:a16="http://schemas.microsoft.com/office/drawing/2014/main" id="{7A758183-4D22-7C94-DFD4-DE19EC0D3A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5353" y="3842398"/>
                <a:ext cx="131619" cy="125803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箭头连接符 198">
                <a:extLst>
                  <a:ext uri="{FF2B5EF4-FFF2-40B4-BE49-F238E27FC236}">
                    <a16:creationId xmlns:a16="http://schemas.microsoft.com/office/drawing/2014/main" id="{4049E2E2-9FAD-6D80-126D-A8A69CC7B2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272" y="3846105"/>
                <a:ext cx="126745" cy="359938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箭头连接符 199">
                <a:extLst>
                  <a:ext uri="{FF2B5EF4-FFF2-40B4-BE49-F238E27FC236}">
                    <a16:creationId xmlns:a16="http://schemas.microsoft.com/office/drawing/2014/main" id="{A02FCA6C-95F5-6972-2AF4-6222E09136E4}"/>
                  </a:ext>
                </a:extLst>
              </p:cNvPr>
              <p:cNvCxnSpPr>
                <a:cxnSpLocks/>
                <a:stCxn id="194" idx="6"/>
              </p:cNvCxnSpPr>
              <p:nvPr/>
            </p:nvCxnSpPr>
            <p:spPr>
              <a:xfrm>
                <a:off x="8971716" y="4083218"/>
                <a:ext cx="131998" cy="125582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箭头连接符 200">
                <a:extLst>
                  <a:ext uri="{FF2B5EF4-FFF2-40B4-BE49-F238E27FC236}">
                    <a16:creationId xmlns:a16="http://schemas.microsoft.com/office/drawing/2014/main" id="{C6E9C081-5F51-6852-0988-48753ABBC0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73127" y="3964216"/>
                <a:ext cx="128451" cy="118408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箭头连接符 201">
                <a:extLst>
                  <a:ext uri="{FF2B5EF4-FFF2-40B4-BE49-F238E27FC236}">
                    <a16:creationId xmlns:a16="http://schemas.microsoft.com/office/drawing/2014/main" id="{19835C8F-BAB1-FFF0-41BB-DAB547F315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71412" y="4208800"/>
                <a:ext cx="134024" cy="111938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箭头连接符 202">
                <a:extLst>
                  <a:ext uri="{FF2B5EF4-FFF2-40B4-BE49-F238E27FC236}">
                    <a16:creationId xmlns:a16="http://schemas.microsoft.com/office/drawing/2014/main" id="{14FD7DA3-5A08-71F6-9AB0-D5E29A88D4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70260" y="3967931"/>
                <a:ext cx="133454" cy="350995"/>
              </a:xfrm>
              <a:prstGeom prst="straightConnector1">
                <a:avLst/>
              </a:prstGeom>
              <a:ln w="15875">
                <a:solidFill>
                  <a:srgbClr val="A1A1A3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4" name="椭圆 203">
                <a:extLst>
                  <a:ext uri="{FF2B5EF4-FFF2-40B4-BE49-F238E27FC236}">
                    <a16:creationId xmlns:a16="http://schemas.microsoft.com/office/drawing/2014/main" id="{C3DA39ED-56A2-66B3-EEAD-01AA3DB63D89}"/>
                  </a:ext>
                </a:extLst>
              </p:cNvPr>
              <p:cNvSpPr/>
              <p:nvPr/>
            </p:nvSpPr>
            <p:spPr>
              <a:xfrm>
                <a:off x="9354394" y="4001232"/>
                <a:ext cx="158644" cy="161646"/>
              </a:xfrm>
              <a:prstGeom prst="ellipse">
                <a:avLst/>
              </a:prstGeom>
              <a:noFill/>
              <a:ln w="15875">
                <a:solidFill>
                  <a:srgbClr val="A1A1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5"/>
              </a:p>
            </p:txBody>
          </p:sp>
          <p:cxnSp>
            <p:nvCxnSpPr>
              <p:cNvPr id="205" name="直接连接符 204">
                <a:extLst>
                  <a:ext uri="{FF2B5EF4-FFF2-40B4-BE49-F238E27FC236}">
                    <a16:creationId xmlns:a16="http://schemas.microsoft.com/office/drawing/2014/main" id="{663462BB-BDBC-B7CE-F301-8584C4A3D0DA}"/>
                  </a:ext>
                </a:extLst>
              </p:cNvPr>
              <p:cNvCxnSpPr>
                <a:cxnSpLocks/>
                <a:stCxn id="196" idx="6"/>
                <a:endCxn id="204" idx="2"/>
              </p:cNvCxnSpPr>
              <p:nvPr/>
            </p:nvCxnSpPr>
            <p:spPr>
              <a:xfrm>
                <a:off x="9265616" y="3972659"/>
                <a:ext cx="88778" cy="109397"/>
              </a:xfrm>
              <a:prstGeom prst="line">
                <a:avLst/>
              </a:prstGeom>
              <a:ln w="15875">
                <a:solidFill>
                  <a:srgbClr val="A1A1A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>
                <a:extLst>
                  <a:ext uri="{FF2B5EF4-FFF2-40B4-BE49-F238E27FC236}">
                    <a16:creationId xmlns:a16="http://schemas.microsoft.com/office/drawing/2014/main" id="{53766B22-0940-FAC0-C3FD-A64006635A0F}"/>
                  </a:ext>
                </a:extLst>
              </p:cNvPr>
              <p:cNvCxnSpPr>
                <a:cxnSpLocks/>
                <a:stCxn id="197" idx="6"/>
                <a:endCxn id="204" idx="2"/>
              </p:cNvCxnSpPr>
              <p:nvPr/>
            </p:nvCxnSpPr>
            <p:spPr>
              <a:xfrm flipV="1">
                <a:off x="9265616" y="4082055"/>
                <a:ext cx="88778" cy="127358"/>
              </a:xfrm>
              <a:prstGeom prst="line">
                <a:avLst/>
              </a:prstGeom>
              <a:ln w="15875">
                <a:solidFill>
                  <a:srgbClr val="A1A1A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04E9ACC4-CCC2-4F4E-4A61-501BD01F2534}"/>
                    </a:ext>
                  </a:extLst>
                </p:cNvPr>
                <p:cNvSpPr txBox="1"/>
                <p:nvPr/>
              </p:nvSpPr>
              <p:spPr>
                <a:xfrm>
                  <a:off x="3960472" y="4122184"/>
                  <a:ext cx="394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04E9ACC4-CCC2-4F4E-4A61-501BD01F2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0472" y="4122184"/>
                  <a:ext cx="394967" cy="338554"/>
                </a:xfrm>
                <a:prstGeom prst="rect">
                  <a:avLst/>
                </a:prstGeom>
                <a:blipFill>
                  <a:blip r:embed="rId19"/>
                  <a:stretch>
                    <a:fillRect r="-265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FC436570-5F56-1378-F0D8-1955DF987DBA}"/>
                    </a:ext>
                  </a:extLst>
                </p:cNvPr>
                <p:cNvSpPr txBox="1"/>
                <p:nvPr/>
              </p:nvSpPr>
              <p:spPr>
                <a:xfrm>
                  <a:off x="3297355" y="4119271"/>
                  <a:ext cx="394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FC436570-5F56-1378-F0D8-1955DF987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355" y="4119271"/>
                  <a:ext cx="394967" cy="338554"/>
                </a:xfrm>
                <a:prstGeom prst="rect">
                  <a:avLst/>
                </a:prstGeom>
                <a:blipFill>
                  <a:blip r:embed="rId20"/>
                  <a:stretch>
                    <a:fillRect r="-2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4460EDED-5658-77C1-52A0-78679CA56165}"/>
                    </a:ext>
                  </a:extLst>
                </p:cNvPr>
                <p:cNvSpPr txBox="1"/>
                <p:nvPr/>
              </p:nvSpPr>
              <p:spPr>
                <a:xfrm>
                  <a:off x="4319322" y="3497432"/>
                  <a:ext cx="705715" cy="3633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4460EDED-5658-77C1-52A0-78679CA56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9322" y="3497432"/>
                  <a:ext cx="705715" cy="36336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F978973C-BACA-CB83-A167-467E08961E47}"/>
                    </a:ext>
                  </a:extLst>
                </p:cNvPr>
                <p:cNvSpPr txBox="1"/>
                <p:nvPr/>
              </p:nvSpPr>
              <p:spPr>
                <a:xfrm>
                  <a:off x="4395720" y="2391019"/>
                  <a:ext cx="705715" cy="3295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F978973C-BACA-CB83-A167-467E08961E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5720" y="2391019"/>
                  <a:ext cx="705715" cy="32951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684AD38F-E44C-BA15-376C-C37E52F2C772}"/>
                    </a:ext>
                  </a:extLst>
                </p:cNvPr>
                <p:cNvSpPr txBox="1"/>
                <p:nvPr/>
              </p:nvSpPr>
              <p:spPr>
                <a:xfrm>
                  <a:off x="4395720" y="1885111"/>
                  <a:ext cx="705715" cy="3618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684AD38F-E44C-BA15-376C-C37E52F2C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5720" y="1885111"/>
                  <a:ext cx="705715" cy="36183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BB8223CD-908F-A76F-93FB-850814DC2B1B}"/>
                    </a:ext>
                  </a:extLst>
                </p:cNvPr>
                <p:cNvSpPr txBox="1"/>
                <p:nvPr/>
              </p:nvSpPr>
              <p:spPr>
                <a:xfrm>
                  <a:off x="4357716" y="1385436"/>
                  <a:ext cx="70571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BB8223CD-908F-A76F-93FB-850814DC2B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7716" y="1385436"/>
                  <a:ext cx="705715" cy="33855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箭头: 右 210">
              <a:extLst>
                <a:ext uri="{FF2B5EF4-FFF2-40B4-BE49-F238E27FC236}">
                  <a16:creationId xmlns:a16="http://schemas.microsoft.com/office/drawing/2014/main" id="{60590D14-C2A6-4E4D-944F-818FC9398AFB}"/>
                </a:ext>
              </a:extLst>
            </p:cNvPr>
            <p:cNvSpPr/>
            <p:nvPr/>
          </p:nvSpPr>
          <p:spPr>
            <a:xfrm>
              <a:off x="5492170" y="1959076"/>
              <a:ext cx="298791" cy="152968"/>
            </a:xfrm>
            <a:prstGeom prst="rightArrow">
              <a:avLst>
                <a:gd name="adj1" fmla="val 30330"/>
                <a:gd name="adj2" fmla="val 40622"/>
              </a:avLst>
            </a:prstGeom>
            <a:solidFill>
              <a:srgbClr val="7E80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箭头: 右 212">
              <a:extLst>
                <a:ext uri="{FF2B5EF4-FFF2-40B4-BE49-F238E27FC236}">
                  <a16:creationId xmlns:a16="http://schemas.microsoft.com/office/drawing/2014/main" id="{0077686E-F205-7F4E-E6C2-24D95B850812}"/>
                </a:ext>
              </a:extLst>
            </p:cNvPr>
            <p:cNvSpPr/>
            <p:nvPr/>
          </p:nvSpPr>
          <p:spPr>
            <a:xfrm>
              <a:off x="5468267" y="3926178"/>
              <a:ext cx="298791" cy="152968"/>
            </a:xfrm>
            <a:prstGeom prst="rightArrow">
              <a:avLst>
                <a:gd name="adj1" fmla="val 30330"/>
                <a:gd name="adj2" fmla="val 40622"/>
              </a:avLst>
            </a:prstGeom>
            <a:solidFill>
              <a:srgbClr val="7E80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90E7C9CC-8787-0EFA-AEC1-7B968195A39B}"/>
                </a:ext>
              </a:extLst>
            </p:cNvPr>
            <p:cNvSpPr txBox="1"/>
            <p:nvPr/>
          </p:nvSpPr>
          <p:spPr>
            <a:xfrm>
              <a:off x="5865152" y="1588671"/>
              <a:ext cx="7269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80349069-E54D-CB11-BC2F-F1CC1C13F90A}"/>
                </a:ext>
              </a:extLst>
            </p:cNvPr>
            <p:cNvSpPr txBox="1"/>
            <p:nvPr/>
          </p:nvSpPr>
          <p:spPr>
            <a:xfrm>
              <a:off x="3271525" y="3544722"/>
              <a:ext cx="12179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Motion target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EADFA1D9-F484-FF67-8A91-649FFA944D54}"/>
                </a:ext>
              </a:extLst>
            </p:cNvPr>
            <p:cNvSpPr txBox="1"/>
            <p:nvPr/>
          </p:nvSpPr>
          <p:spPr>
            <a:xfrm>
              <a:off x="3279086" y="2387508"/>
              <a:ext cx="12253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Motion target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F03AA817-46AD-2232-3F61-8AA484ADD531}"/>
                </a:ext>
              </a:extLst>
            </p:cNvPr>
            <p:cNvSpPr txBox="1"/>
            <p:nvPr/>
          </p:nvSpPr>
          <p:spPr>
            <a:xfrm>
              <a:off x="3268652" y="1901524"/>
              <a:ext cx="12754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Proprioception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A0453BFF-09C3-B127-368A-B14BA3133331}"/>
                </a:ext>
              </a:extLst>
            </p:cNvPr>
            <p:cNvSpPr txBox="1"/>
            <p:nvPr/>
          </p:nvSpPr>
          <p:spPr>
            <a:xfrm>
              <a:off x="3280980" y="1350133"/>
              <a:ext cx="11505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Privileged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Information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576BEAD6-C9D4-14C9-A416-1FE636AB88FF}"/>
                    </a:ext>
                  </a:extLst>
                </p:cNvPr>
                <p:cNvSpPr txBox="1"/>
                <p:nvPr/>
              </p:nvSpPr>
              <p:spPr>
                <a:xfrm>
                  <a:off x="6305593" y="2456392"/>
                  <a:ext cx="95037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Value (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</m:oMath>
                  </a14:m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576BEAD6-C9D4-14C9-A416-1FE636AB8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5593" y="2456392"/>
                  <a:ext cx="950379" cy="307777"/>
                </a:xfrm>
                <a:prstGeom prst="rect">
                  <a:avLst/>
                </a:prstGeom>
                <a:blipFill>
                  <a:blip r:embed="rId25"/>
                  <a:stretch>
                    <a:fillRect l="-1923" t="-4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F6861C2A-9B5E-34A9-34C8-3DDD78559773}"/>
                </a:ext>
              </a:extLst>
            </p:cNvPr>
            <p:cNvSpPr/>
            <p:nvPr/>
          </p:nvSpPr>
          <p:spPr>
            <a:xfrm>
              <a:off x="8368781" y="779952"/>
              <a:ext cx="3264330" cy="4000691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6A6E3394-98B2-EB08-75F1-C4B59ED19F70}"/>
                </a:ext>
              </a:extLst>
            </p:cNvPr>
            <p:cNvSpPr/>
            <p:nvPr/>
          </p:nvSpPr>
          <p:spPr>
            <a:xfrm>
              <a:off x="8445160" y="1094330"/>
              <a:ext cx="3119034" cy="3661719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37" name="图片 236">
              <a:extLst>
                <a:ext uri="{FF2B5EF4-FFF2-40B4-BE49-F238E27FC236}">
                  <a16:creationId xmlns:a16="http://schemas.microsoft.com/office/drawing/2014/main" id="{D464634B-963E-4EE0-2BFB-A28A375B3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27" t="18003" r="33023" b="18811"/>
            <a:stretch>
              <a:fillRect/>
            </a:stretch>
          </p:blipFill>
          <p:spPr>
            <a:xfrm>
              <a:off x="8529273" y="1269507"/>
              <a:ext cx="957841" cy="1709747"/>
            </a:xfrm>
            <a:prstGeom prst="rect">
              <a:avLst/>
            </a:prstGeom>
          </p:spPr>
        </p:pic>
        <p:pic>
          <p:nvPicPr>
            <p:cNvPr id="246" name="图片 245">
              <a:extLst>
                <a:ext uri="{FF2B5EF4-FFF2-40B4-BE49-F238E27FC236}">
                  <a16:creationId xmlns:a16="http://schemas.microsoft.com/office/drawing/2014/main" id="{5CAB798A-8655-0833-3EA7-AFCED7A74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72" t="16254" r="59326" b="10843"/>
            <a:stretch>
              <a:fillRect/>
            </a:stretch>
          </p:blipFill>
          <p:spPr>
            <a:xfrm>
              <a:off x="10587423" y="1269507"/>
              <a:ext cx="879634" cy="1709747"/>
            </a:xfrm>
            <a:prstGeom prst="rect">
              <a:avLst/>
            </a:prstGeom>
          </p:spPr>
        </p:pic>
        <p:pic>
          <p:nvPicPr>
            <p:cNvPr id="244" name="图片 243">
              <a:extLst>
                <a:ext uri="{FF2B5EF4-FFF2-40B4-BE49-F238E27FC236}">
                  <a16:creationId xmlns:a16="http://schemas.microsoft.com/office/drawing/2014/main" id="{1C7E2908-4EA0-1EBD-48D8-4B09B63D8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49" t="15383" r="32863" b="21624"/>
            <a:stretch>
              <a:fillRect/>
            </a:stretch>
          </p:blipFill>
          <p:spPr>
            <a:xfrm>
              <a:off x="9557962" y="1269507"/>
              <a:ext cx="966201" cy="1709747"/>
            </a:xfrm>
            <a:prstGeom prst="rect">
              <a:avLst/>
            </a:prstGeom>
          </p:spPr>
        </p:pic>
        <p:pic>
          <p:nvPicPr>
            <p:cNvPr id="242" name="图片 241">
              <a:extLst>
                <a:ext uri="{FF2B5EF4-FFF2-40B4-BE49-F238E27FC236}">
                  <a16:creationId xmlns:a16="http://schemas.microsoft.com/office/drawing/2014/main" id="{FF51AC7D-9445-26C9-D499-F7AFD82AE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93" t="18678" r="26027" b="20572"/>
            <a:stretch>
              <a:fillRect/>
            </a:stretch>
          </p:blipFill>
          <p:spPr>
            <a:xfrm>
              <a:off x="8533940" y="3037186"/>
              <a:ext cx="957840" cy="1635215"/>
            </a:xfrm>
            <a:prstGeom prst="rect">
              <a:avLst/>
            </a:prstGeom>
          </p:spPr>
        </p:pic>
        <p:pic>
          <p:nvPicPr>
            <p:cNvPr id="250" name="图片 249">
              <a:extLst>
                <a:ext uri="{FF2B5EF4-FFF2-40B4-BE49-F238E27FC236}">
                  <a16:creationId xmlns:a16="http://schemas.microsoft.com/office/drawing/2014/main" id="{68889116-53E2-0133-7B47-B46400041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784" t="16902" r="33674" b="22182"/>
            <a:stretch>
              <a:fillRect/>
            </a:stretch>
          </p:blipFill>
          <p:spPr>
            <a:xfrm>
              <a:off x="10587424" y="3037186"/>
              <a:ext cx="879634" cy="1635215"/>
            </a:xfrm>
            <a:prstGeom prst="rect">
              <a:avLst/>
            </a:prstGeom>
          </p:spPr>
        </p:pic>
        <p:pic>
          <p:nvPicPr>
            <p:cNvPr id="252" name="图片 251">
              <a:extLst>
                <a:ext uri="{FF2B5EF4-FFF2-40B4-BE49-F238E27FC236}">
                  <a16:creationId xmlns:a16="http://schemas.microsoft.com/office/drawing/2014/main" id="{C2CD12B6-B566-7617-1D4D-B007B08C1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0" t="15262" r="44140" b="18168"/>
            <a:stretch>
              <a:fillRect/>
            </a:stretch>
          </p:blipFill>
          <p:spPr>
            <a:xfrm>
              <a:off x="9555041" y="3037186"/>
              <a:ext cx="969123" cy="1635216"/>
            </a:xfrm>
            <a:prstGeom prst="rect">
              <a:avLst/>
            </a:prstGeom>
          </p:spPr>
        </p:pic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4FE1871A-9B47-1178-82D5-60B5B14B99CC}"/>
                </a:ext>
              </a:extLst>
            </p:cNvPr>
            <p:cNvSpPr txBox="1"/>
            <p:nvPr/>
          </p:nvSpPr>
          <p:spPr>
            <a:xfrm>
              <a:off x="8317981" y="712893"/>
              <a:ext cx="18262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 Simulation env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8" name="文本框 257">
              <a:extLst>
                <a:ext uri="{FF2B5EF4-FFF2-40B4-BE49-F238E27FC236}">
                  <a16:creationId xmlns:a16="http://schemas.microsoft.com/office/drawing/2014/main" id="{DF15ED8D-4239-5AF3-BE2A-9BD790396736}"/>
                </a:ext>
              </a:extLst>
            </p:cNvPr>
            <p:cNvSpPr txBox="1"/>
            <p:nvPr/>
          </p:nvSpPr>
          <p:spPr>
            <a:xfrm>
              <a:off x="656183" y="712893"/>
              <a:ext cx="17223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Retargeting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9" name="文本框 258">
              <a:extLst>
                <a:ext uri="{FF2B5EF4-FFF2-40B4-BE49-F238E27FC236}">
                  <a16:creationId xmlns:a16="http://schemas.microsoft.com/office/drawing/2014/main" id="{68F1CB19-8B0A-F6D6-7535-6D19B1C9EB82}"/>
                </a:ext>
              </a:extLst>
            </p:cNvPr>
            <p:cNvSpPr txBox="1"/>
            <p:nvPr/>
          </p:nvSpPr>
          <p:spPr>
            <a:xfrm>
              <a:off x="3141659" y="707356"/>
              <a:ext cx="20864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Policy training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1" name="直接箭头连接符 260">
              <a:extLst>
                <a:ext uri="{FF2B5EF4-FFF2-40B4-BE49-F238E27FC236}">
                  <a16:creationId xmlns:a16="http://schemas.microsoft.com/office/drawing/2014/main" id="{A67BC432-2BD3-39B4-4C99-A433368F19ED}"/>
                </a:ext>
              </a:extLst>
            </p:cNvPr>
            <p:cNvCxnSpPr>
              <a:cxnSpLocks/>
            </p:cNvCxnSpPr>
            <p:nvPr/>
          </p:nvCxnSpPr>
          <p:spPr>
            <a:xfrm>
              <a:off x="2683835" y="3698610"/>
              <a:ext cx="613520" cy="0"/>
            </a:xfrm>
            <a:prstGeom prst="straightConnector1">
              <a:avLst/>
            </a:prstGeom>
            <a:ln w="28575">
              <a:solidFill>
                <a:srgbClr val="A6A6A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箭头: 右 270">
              <a:extLst>
                <a:ext uri="{FF2B5EF4-FFF2-40B4-BE49-F238E27FC236}">
                  <a16:creationId xmlns:a16="http://schemas.microsoft.com/office/drawing/2014/main" id="{F7FCBBC9-B6E0-982D-786F-E286ACAA2B33}"/>
                </a:ext>
              </a:extLst>
            </p:cNvPr>
            <p:cNvSpPr/>
            <p:nvPr/>
          </p:nvSpPr>
          <p:spPr>
            <a:xfrm rot="5400000">
              <a:off x="1452307" y="3001879"/>
              <a:ext cx="345898" cy="95248"/>
            </a:xfrm>
            <a:prstGeom prst="rightArrow">
              <a:avLst>
                <a:gd name="adj1" fmla="val 30330"/>
                <a:gd name="adj2" fmla="val 85895"/>
              </a:avLst>
            </a:prstGeom>
            <a:solidFill>
              <a:srgbClr val="C9C9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4" name="连接符: 肘形 283">
              <a:extLst>
                <a:ext uri="{FF2B5EF4-FFF2-40B4-BE49-F238E27FC236}">
                  <a16:creationId xmlns:a16="http://schemas.microsoft.com/office/drawing/2014/main" id="{6CF2177E-D81A-6B33-7661-0BFED7BE91C2}"/>
                </a:ext>
              </a:extLst>
            </p:cNvPr>
            <p:cNvCxnSpPr>
              <a:cxnSpLocks/>
              <a:endCxn id="176" idx="1"/>
            </p:cNvCxnSpPr>
            <p:nvPr/>
          </p:nvCxnSpPr>
          <p:spPr>
            <a:xfrm rot="10800000" flipV="1">
              <a:off x="6336588" y="1207438"/>
              <a:ext cx="2095552" cy="469535"/>
            </a:xfrm>
            <a:prstGeom prst="bentConnector2">
              <a:avLst/>
            </a:prstGeom>
            <a:ln w="12700">
              <a:solidFill>
                <a:srgbClr val="3F6FC4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连接符: 肘形 291">
              <a:extLst>
                <a:ext uri="{FF2B5EF4-FFF2-40B4-BE49-F238E27FC236}">
                  <a16:creationId xmlns:a16="http://schemas.microsoft.com/office/drawing/2014/main" id="{D2AED343-F9FB-2BF2-C1EC-9DDC41B3750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640814" y="4566596"/>
              <a:ext cx="3759956" cy="166855"/>
            </a:xfrm>
            <a:prstGeom prst="bentConnector3">
              <a:avLst>
                <a:gd name="adj1" fmla="val 99990"/>
              </a:avLst>
            </a:prstGeom>
            <a:ln w="12700">
              <a:solidFill>
                <a:schemeClr val="accent6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箭头连接符 293">
              <a:extLst>
                <a:ext uri="{FF2B5EF4-FFF2-40B4-BE49-F238E27FC236}">
                  <a16:creationId xmlns:a16="http://schemas.microsoft.com/office/drawing/2014/main" id="{5E35E058-F008-9214-EBA9-5A81C12B0740}"/>
                </a:ext>
              </a:extLst>
            </p:cNvPr>
            <p:cNvCxnSpPr>
              <a:cxnSpLocks/>
            </p:cNvCxnSpPr>
            <p:nvPr/>
          </p:nvCxnSpPr>
          <p:spPr>
            <a:xfrm>
              <a:off x="6301348" y="2456392"/>
              <a:ext cx="0" cy="1118407"/>
            </a:xfrm>
            <a:prstGeom prst="straightConnector1">
              <a:avLst/>
            </a:prstGeom>
            <a:ln w="28575">
              <a:solidFill>
                <a:srgbClr val="C9C9C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连接符: 肘形 311">
              <a:extLst>
                <a:ext uri="{FF2B5EF4-FFF2-40B4-BE49-F238E27FC236}">
                  <a16:creationId xmlns:a16="http://schemas.microsoft.com/office/drawing/2014/main" id="{B79CFAB7-21A3-1D17-EB6A-AF425DAF4C9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564692" y="2924457"/>
              <a:ext cx="1132516" cy="399187"/>
            </a:xfrm>
            <a:prstGeom prst="bentConnector3">
              <a:avLst>
                <a:gd name="adj1" fmla="val 100463"/>
              </a:avLst>
            </a:prstGeom>
            <a:ln w="28575">
              <a:solidFill>
                <a:srgbClr val="A6A6A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3" name="文本框 322">
                  <a:extLst>
                    <a:ext uri="{FF2B5EF4-FFF2-40B4-BE49-F238E27FC236}">
                      <a16:creationId xmlns:a16="http://schemas.microsoft.com/office/drawing/2014/main" id="{42E32A32-9A23-5316-9699-51F4D1233231}"/>
                    </a:ext>
                  </a:extLst>
                </p:cNvPr>
                <p:cNvSpPr txBox="1"/>
                <p:nvPr/>
              </p:nvSpPr>
              <p:spPr>
                <a:xfrm>
                  <a:off x="6825087" y="1195984"/>
                  <a:ext cx="95037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Reward (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</m:oMath>
                  </a14:m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3" name="文本框 322">
                  <a:extLst>
                    <a:ext uri="{FF2B5EF4-FFF2-40B4-BE49-F238E27FC236}">
                      <a16:creationId xmlns:a16="http://schemas.microsoft.com/office/drawing/2014/main" id="{42E32A32-9A23-5316-9699-51F4D12332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087" y="1195984"/>
                  <a:ext cx="950379" cy="307777"/>
                </a:xfrm>
                <a:prstGeom prst="rect">
                  <a:avLst/>
                </a:prstGeom>
                <a:blipFill>
                  <a:blip r:embed="rId32"/>
                  <a:stretch>
                    <a:fillRect l="-1923" t="-3922" r="-7692" b="-196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4" name="文本框 323">
              <a:extLst>
                <a:ext uri="{FF2B5EF4-FFF2-40B4-BE49-F238E27FC236}">
                  <a16:creationId xmlns:a16="http://schemas.microsoft.com/office/drawing/2014/main" id="{1A44BDB7-1514-6892-0876-35437460B7DA}"/>
                </a:ext>
              </a:extLst>
            </p:cNvPr>
            <p:cNvSpPr txBox="1"/>
            <p:nvPr/>
          </p:nvSpPr>
          <p:spPr>
            <a:xfrm>
              <a:off x="3238666" y="4560033"/>
              <a:ext cx="14598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Past observation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5" name="直接箭头连接符 324">
              <a:extLst>
                <a:ext uri="{FF2B5EF4-FFF2-40B4-BE49-F238E27FC236}">
                  <a16:creationId xmlns:a16="http://schemas.microsoft.com/office/drawing/2014/main" id="{814CDD1B-61E0-B9C4-1456-8134A911089C}"/>
                </a:ext>
              </a:extLst>
            </p:cNvPr>
            <p:cNvCxnSpPr>
              <a:cxnSpLocks/>
            </p:cNvCxnSpPr>
            <p:nvPr/>
          </p:nvCxnSpPr>
          <p:spPr>
            <a:xfrm>
              <a:off x="7707026" y="3981450"/>
              <a:ext cx="725114" cy="0"/>
            </a:xfrm>
            <a:prstGeom prst="straightConnector1">
              <a:avLst/>
            </a:prstGeom>
            <a:ln w="28575">
              <a:solidFill>
                <a:srgbClr val="A6A6A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箭头连接符 326">
              <a:extLst>
                <a:ext uri="{FF2B5EF4-FFF2-40B4-BE49-F238E27FC236}">
                  <a16:creationId xmlns:a16="http://schemas.microsoft.com/office/drawing/2014/main" id="{29A778AB-3BAC-154A-9546-972DB75333CD}"/>
                </a:ext>
              </a:extLst>
            </p:cNvPr>
            <p:cNvCxnSpPr>
              <a:cxnSpLocks/>
            </p:cNvCxnSpPr>
            <p:nvPr/>
          </p:nvCxnSpPr>
          <p:spPr>
            <a:xfrm>
              <a:off x="6854126" y="3993757"/>
              <a:ext cx="519494" cy="0"/>
            </a:xfrm>
            <a:prstGeom prst="straightConnector1">
              <a:avLst/>
            </a:prstGeom>
            <a:ln w="28575">
              <a:solidFill>
                <a:srgbClr val="A6A6A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0" name="文本框 329">
                  <a:extLst>
                    <a:ext uri="{FF2B5EF4-FFF2-40B4-BE49-F238E27FC236}">
                      <a16:creationId xmlns:a16="http://schemas.microsoft.com/office/drawing/2014/main" id="{822E8092-4B84-08CC-2C24-2254092371A2}"/>
                    </a:ext>
                  </a:extLst>
                </p:cNvPr>
                <p:cNvSpPr txBox="1"/>
                <p:nvPr/>
              </p:nvSpPr>
              <p:spPr>
                <a:xfrm>
                  <a:off x="7229063" y="3789506"/>
                  <a:ext cx="62352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30" name="文本框 329">
                  <a:extLst>
                    <a:ext uri="{FF2B5EF4-FFF2-40B4-BE49-F238E27FC236}">
                      <a16:creationId xmlns:a16="http://schemas.microsoft.com/office/drawing/2014/main" id="{822E8092-4B84-08CC-2C24-225409237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9063" y="3789506"/>
                  <a:ext cx="623523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9935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3A24B93-DB41-9B83-8D46-F68EEACB87C0}"/>
              </a:ext>
            </a:extLst>
          </p:cNvPr>
          <p:cNvSpPr/>
          <p:nvPr/>
        </p:nvSpPr>
        <p:spPr>
          <a:xfrm>
            <a:off x="544267" y="3363283"/>
            <a:ext cx="2245072" cy="184389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F7C77-ED35-A2D5-0DCF-761A0FF4797A}"/>
              </a:ext>
            </a:extLst>
          </p:cNvPr>
          <p:cNvSpPr/>
          <p:nvPr/>
        </p:nvSpPr>
        <p:spPr>
          <a:xfrm>
            <a:off x="566060" y="1330052"/>
            <a:ext cx="2193123" cy="184389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AE1D4C4-6F42-7265-5DE7-773B09E9C0DC}"/>
              </a:ext>
            </a:extLst>
          </p:cNvPr>
          <p:cNvGrpSpPr>
            <a:grpSpLocks noChangeAspect="1"/>
          </p:cNvGrpSpPr>
          <p:nvPr/>
        </p:nvGrpSpPr>
        <p:grpSpPr>
          <a:xfrm>
            <a:off x="594275" y="1254806"/>
            <a:ext cx="2132286" cy="1994031"/>
            <a:chOff x="-182677" y="-225842"/>
            <a:chExt cx="4312716" cy="4033084"/>
          </a:xfrm>
        </p:grpSpPr>
        <p:pic>
          <p:nvPicPr>
            <p:cNvPr id="114" name="图片 113">
              <a:extLst>
                <a:ext uri="{FF2B5EF4-FFF2-40B4-BE49-F238E27FC236}">
                  <a16:creationId xmlns:a16="http://schemas.microsoft.com/office/drawing/2014/main" id="{17BE9880-9AC5-D01A-AD20-9F22249AD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CFFFC"/>
                </a:clrFrom>
                <a:clrTo>
                  <a:srgbClr val="FCFF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059" t="26875" r="38628" b="8335"/>
            <a:stretch>
              <a:fillRect/>
            </a:stretch>
          </p:blipFill>
          <p:spPr>
            <a:xfrm>
              <a:off x="-182677" y="-65217"/>
              <a:ext cx="1253802" cy="1974341"/>
            </a:xfrm>
            <a:prstGeom prst="rect">
              <a:avLst/>
            </a:prstGeom>
          </p:spPr>
        </p:pic>
        <p:pic>
          <p:nvPicPr>
            <p:cNvPr id="115" name="图片 114">
              <a:extLst>
                <a:ext uri="{FF2B5EF4-FFF2-40B4-BE49-F238E27FC236}">
                  <a16:creationId xmlns:a16="http://schemas.microsoft.com/office/drawing/2014/main" id="{0E61B22D-91E2-929E-E5B5-19F5EE077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CFFFC"/>
                </a:clrFrom>
                <a:clrTo>
                  <a:srgbClr val="FCFF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21" t="26208" r="39764" b="9000"/>
            <a:stretch>
              <a:fillRect/>
            </a:stretch>
          </p:blipFill>
          <p:spPr>
            <a:xfrm>
              <a:off x="-163647" y="1759319"/>
              <a:ext cx="1253802" cy="1974341"/>
            </a:xfrm>
            <a:prstGeom prst="rect">
              <a:avLst/>
            </a:prstGeom>
          </p:spPr>
        </p:pic>
        <p:pic>
          <p:nvPicPr>
            <p:cNvPr id="116" name="图片 115">
              <a:extLst>
                <a:ext uri="{FF2B5EF4-FFF2-40B4-BE49-F238E27FC236}">
                  <a16:creationId xmlns:a16="http://schemas.microsoft.com/office/drawing/2014/main" id="{AB2E1A5D-1F65-E313-940A-1015E84A6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CFFFC"/>
                </a:clrFrom>
                <a:clrTo>
                  <a:srgbClr val="FCFF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42" t="26404" r="38343" b="8805"/>
            <a:stretch>
              <a:fillRect/>
            </a:stretch>
          </p:blipFill>
          <p:spPr>
            <a:xfrm>
              <a:off x="1984957" y="-88642"/>
              <a:ext cx="1253802" cy="1974341"/>
            </a:xfrm>
            <a:prstGeom prst="rect">
              <a:avLst/>
            </a:prstGeom>
          </p:spPr>
        </p:pic>
        <p:pic>
          <p:nvPicPr>
            <p:cNvPr id="117" name="图片 116">
              <a:extLst>
                <a:ext uri="{FF2B5EF4-FFF2-40B4-BE49-F238E27FC236}">
                  <a16:creationId xmlns:a16="http://schemas.microsoft.com/office/drawing/2014/main" id="{C355D397-654B-5E09-2C64-2A371BAE9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CFFFC"/>
                </a:clrFrom>
                <a:clrTo>
                  <a:srgbClr val="FCFF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43" t="24352" r="38342" b="10856"/>
            <a:stretch>
              <a:fillRect/>
            </a:stretch>
          </p:blipFill>
          <p:spPr>
            <a:xfrm>
              <a:off x="2092639" y="1780745"/>
              <a:ext cx="1253804" cy="1974341"/>
            </a:xfrm>
            <a:prstGeom prst="rect">
              <a:avLst/>
            </a:prstGeom>
          </p:spPr>
        </p:pic>
        <p:pic>
          <p:nvPicPr>
            <p:cNvPr id="118" name="图片 117">
              <a:extLst>
                <a:ext uri="{FF2B5EF4-FFF2-40B4-BE49-F238E27FC236}">
                  <a16:creationId xmlns:a16="http://schemas.microsoft.com/office/drawing/2014/main" id="{E377B592-5F38-B838-ADFA-F039CE5F9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CFFFC"/>
                </a:clrFrom>
                <a:clrTo>
                  <a:srgbClr val="FCFF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926" t="28214" r="37759" b="6995"/>
            <a:stretch>
              <a:fillRect/>
            </a:stretch>
          </p:blipFill>
          <p:spPr>
            <a:xfrm>
              <a:off x="2876237" y="1832901"/>
              <a:ext cx="1253802" cy="1974341"/>
            </a:xfrm>
            <a:prstGeom prst="rect">
              <a:avLst/>
            </a:prstGeom>
          </p:spPr>
        </p:pic>
        <p:pic>
          <p:nvPicPr>
            <p:cNvPr id="119" name="图片 118">
              <a:extLst>
                <a:ext uri="{FF2B5EF4-FFF2-40B4-BE49-F238E27FC236}">
                  <a16:creationId xmlns:a16="http://schemas.microsoft.com/office/drawing/2014/main" id="{82A1EAB4-2F46-A9CC-34C6-842B2C494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CFFFC"/>
                </a:clrFrom>
                <a:clrTo>
                  <a:srgbClr val="FCFF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395" t="22913" r="36892" b="12295"/>
            <a:stretch>
              <a:fillRect/>
            </a:stretch>
          </p:blipFill>
          <p:spPr>
            <a:xfrm>
              <a:off x="890415" y="-225842"/>
              <a:ext cx="1275252" cy="1974341"/>
            </a:xfrm>
            <a:prstGeom prst="rect">
              <a:avLst/>
            </a:prstGeom>
          </p:spPr>
        </p:pic>
        <p:pic>
          <p:nvPicPr>
            <p:cNvPr id="120" name="图片 119">
              <a:extLst>
                <a:ext uri="{FF2B5EF4-FFF2-40B4-BE49-F238E27FC236}">
                  <a16:creationId xmlns:a16="http://schemas.microsoft.com/office/drawing/2014/main" id="{4BAFB70A-BDBF-B209-DDA3-6CEE69DF2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CFFFC"/>
                </a:clrFrom>
                <a:clrTo>
                  <a:srgbClr val="FCFF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063" t="25421" r="31565" b="9788"/>
            <a:stretch>
              <a:fillRect/>
            </a:stretch>
          </p:blipFill>
          <p:spPr>
            <a:xfrm>
              <a:off x="760603" y="1773602"/>
              <a:ext cx="1794676" cy="1974342"/>
            </a:xfrm>
            <a:prstGeom prst="rect">
              <a:avLst/>
            </a:prstGeom>
          </p:spPr>
        </p:pic>
        <p:pic>
          <p:nvPicPr>
            <p:cNvPr id="121" name="图片 120">
              <a:extLst>
                <a:ext uri="{FF2B5EF4-FFF2-40B4-BE49-F238E27FC236}">
                  <a16:creationId xmlns:a16="http://schemas.microsoft.com/office/drawing/2014/main" id="{EF9FD57E-867B-005E-2391-C21F0274E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CFFFC"/>
                </a:clrFrom>
                <a:clrTo>
                  <a:srgbClr val="FCFF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839" t="28666" r="37547" b="5605"/>
            <a:stretch>
              <a:fillRect/>
            </a:stretch>
          </p:blipFill>
          <p:spPr>
            <a:xfrm>
              <a:off x="2782888" y="-88642"/>
              <a:ext cx="1216164" cy="2002909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85CE629-E360-6A47-D960-E62554C6A2CE}"/>
              </a:ext>
            </a:extLst>
          </p:cNvPr>
          <p:cNvGrpSpPr>
            <a:grpSpLocks noChangeAspect="1"/>
          </p:cNvGrpSpPr>
          <p:nvPr/>
        </p:nvGrpSpPr>
        <p:grpSpPr>
          <a:xfrm>
            <a:off x="620630" y="3292019"/>
            <a:ext cx="2090417" cy="1934212"/>
            <a:chOff x="0" y="3733660"/>
            <a:chExt cx="4267573" cy="3948683"/>
          </a:xfrm>
        </p:grpSpPr>
        <p:pic>
          <p:nvPicPr>
            <p:cNvPr id="106" name="图片 105">
              <a:extLst>
                <a:ext uri="{FF2B5EF4-FFF2-40B4-BE49-F238E27FC236}">
                  <a16:creationId xmlns:a16="http://schemas.microsoft.com/office/drawing/2014/main" id="{1C9A5154-D757-5F86-7049-0051C8F6C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43" t="17604" r="38342" b="17604"/>
            <a:stretch>
              <a:fillRect/>
            </a:stretch>
          </p:blipFill>
          <p:spPr>
            <a:xfrm>
              <a:off x="0" y="3762228"/>
              <a:ext cx="1253803" cy="1974341"/>
            </a:xfrm>
            <a:prstGeom prst="rect">
              <a:avLst/>
            </a:prstGeom>
          </p:spPr>
        </p:pic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8DEA3173-3B7E-016C-175C-ABD1D35A8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824" t="18838" r="38862" b="16370"/>
            <a:stretch>
              <a:fillRect/>
            </a:stretch>
          </p:blipFill>
          <p:spPr>
            <a:xfrm>
              <a:off x="63743" y="5708002"/>
              <a:ext cx="1253804" cy="1974341"/>
            </a:xfrm>
            <a:prstGeom prst="rect">
              <a:avLst/>
            </a:prstGeom>
          </p:spPr>
        </p:pic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524E2907-79DE-0CEF-D69E-6B25F4B62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43" t="16666" r="38342" b="17605"/>
            <a:stretch>
              <a:fillRect/>
            </a:stretch>
          </p:blipFill>
          <p:spPr>
            <a:xfrm>
              <a:off x="2152821" y="3762228"/>
              <a:ext cx="1253803" cy="2002909"/>
            </a:xfrm>
            <a:prstGeom prst="rect">
              <a:avLst/>
            </a:prstGeom>
          </p:spPr>
        </p:pic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812D38F2-FCA3-FCF9-AAD0-E10DDBE70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946" t="13643" r="36739" b="21565"/>
            <a:stretch>
              <a:fillRect/>
            </a:stretch>
          </p:blipFill>
          <p:spPr>
            <a:xfrm>
              <a:off x="2372921" y="5527950"/>
              <a:ext cx="1253805" cy="1974341"/>
            </a:xfrm>
            <a:prstGeom prst="rect">
              <a:avLst/>
            </a:prstGeom>
          </p:spPr>
        </p:pic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8A4CE79B-5840-6FDD-7C7A-90B8299E8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238" t="17006" r="39448" b="18203"/>
            <a:stretch>
              <a:fillRect/>
            </a:stretch>
          </p:blipFill>
          <p:spPr>
            <a:xfrm>
              <a:off x="3013771" y="5634422"/>
              <a:ext cx="1253802" cy="1974341"/>
            </a:xfrm>
            <a:prstGeom prst="rect">
              <a:avLst/>
            </a:prstGeom>
          </p:spPr>
        </p:pic>
        <p:pic>
          <p:nvPicPr>
            <p:cNvPr id="111" name="图片 110">
              <a:extLst>
                <a:ext uri="{FF2B5EF4-FFF2-40B4-BE49-F238E27FC236}">
                  <a16:creationId xmlns:a16="http://schemas.microsoft.com/office/drawing/2014/main" id="{50278626-05D3-D5A7-5370-9EE943E57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681" t="21851" r="36606" b="12420"/>
            <a:stretch>
              <a:fillRect/>
            </a:stretch>
          </p:blipFill>
          <p:spPr>
            <a:xfrm>
              <a:off x="1065686" y="3942279"/>
              <a:ext cx="1275252" cy="2002909"/>
            </a:xfrm>
            <a:prstGeom prst="rect">
              <a:avLst/>
            </a:prstGeom>
          </p:spPr>
        </p:pic>
        <p:pic>
          <p:nvPicPr>
            <p:cNvPr id="112" name="图片 111">
              <a:extLst>
                <a:ext uri="{FF2B5EF4-FFF2-40B4-BE49-F238E27FC236}">
                  <a16:creationId xmlns:a16="http://schemas.microsoft.com/office/drawing/2014/main" id="{91291D7E-4B77-0C76-A254-5909DA13E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8" t="15590" r="32739" b="19618"/>
            <a:stretch>
              <a:fillRect/>
            </a:stretch>
          </p:blipFill>
          <p:spPr>
            <a:xfrm>
              <a:off x="1014141" y="5617976"/>
              <a:ext cx="1630204" cy="1974341"/>
            </a:xfrm>
            <a:prstGeom prst="rect">
              <a:avLst/>
            </a:prstGeom>
          </p:spPr>
        </p:pic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689E2B49-C5F1-45D2-27E3-406EF4B72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98" t="17604" r="39889" b="17604"/>
            <a:stretch>
              <a:fillRect/>
            </a:stretch>
          </p:blipFill>
          <p:spPr>
            <a:xfrm>
              <a:off x="2908724" y="3733660"/>
              <a:ext cx="1275252" cy="1974342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0E13B32F-8201-EC4B-5149-8D74DEFFD5C2}"/>
              </a:ext>
            </a:extLst>
          </p:cNvPr>
          <p:cNvSpPr/>
          <p:nvPr/>
        </p:nvSpPr>
        <p:spPr>
          <a:xfrm>
            <a:off x="3283570" y="1330051"/>
            <a:ext cx="4517356" cy="1863089"/>
          </a:xfrm>
          <a:prstGeom prst="rect">
            <a:avLst/>
          </a:prstGeom>
          <a:solidFill>
            <a:srgbClr val="DAE3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7A989B-DC0D-0C34-A31D-108C4F92E4BD}"/>
              </a:ext>
            </a:extLst>
          </p:cNvPr>
          <p:cNvSpPr/>
          <p:nvPr/>
        </p:nvSpPr>
        <p:spPr>
          <a:xfrm>
            <a:off x="3286888" y="3363283"/>
            <a:ext cx="4514036" cy="1791684"/>
          </a:xfrm>
          <a:prstGeom prst="rect">
            <a:avLst/>
          </a:prstGeom>
          <a:solidFill>
            <a:srgbClr val="FBE5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梯形 10">
            <a:extLst>
              <a:ext uri="{FF2B5EF4-FFF2-40B4-BE49-F238E27FC236}">
                <a16:creationId xmlns:a16="http://schemas.microsoft.com/office/drawing/2014/main" id="{AB8FAFB2-4751-0BE8-2403-7132E785167C}"/>
              </a:ext>
            </a:extLst>
          </p:cNvPr>
          <p:cNvSpPr/>
          <p:nvPr/>
        </p:nvSpPr>
        <p:spPr>
          <a:xfrm rot="5400000">
            <a:off x="5866504" y="3687114"/>
            <a:ext cx="1031462" cy="1083482"/>
          </a:xfrm>
          <a:prstGeom prst="trapezoid">
            <a:avLst/>
          </a:prstGeom>
          <a:solidFill>
            <a:srgbClr val="F4B1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9E2F3B-3FDD-564A-8D9D-D7555F134FF1}"/>
              </a:ext>
            </a:extLst>
          </p:cNvPr>
          <p:cNvSpPr txBox="1"/>
          <p:nvPr/>
        </p:nvSpPr>
        <p:spPr>
          <a:xfrm>
            <a:off x="5903038" y="3805293"/>
            <a:ext cx="726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BDC5CA-FF16-0633-71DB-2350D3949502}"/>
              </a:ext>
            </a:extLst>
          </p:cNvPr>
          <p:cNvSpPr/>
          <p:nvPr/>
        </p:nvSpPr>
        <p:spPr>
          <a:xfrm>
            <a:off x="4497837" y="4365083"/>
            <a:ext cx="410942" cy="415762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AD159B4-53AE-8315-1B8A-004AED24FB2F}"/>
                  </a:ext>
                </a:extLst>
              </p:cNvPr>
              <p:cNvSpPr txBox="1"/>
              <p:nvPr/>
            </p:nvSpPr>
            <p:spPr>
              <a:xfrm>
                <a:off x="4506100" y="4356337"/>
                <a:ext cx="394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AD159B4-53AE-8315-1B8A-004AED24F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100" y="4356337"/>
                <a:ext cx="394967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38712737-4E50-D260-F0CA-3FE5131C9313}"/>
              </a:ext>
            </a:extLst>
          </p:cNvPr>
          <p:cNvGrpSpPr>
            <a:grpSpLocks noChangeAspect="1"/>
          </p:cNvGrpSpPr>
          <p:nvPr/>
        </p:nvGrpSpPr>
        <p:grpSpPr>
          <a:xfrm>
            <a:off x="6158244" y="4145501"/>
            <a:ext cx="467959" cy="423225"/>
            <a:chOff x="8811616" y="3766033"/>
            <a:chExt cx="701422" cy="634371"/>
          </a:xfrm>
        </p:grpSpPr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188ABDEA-C59A-EDF2-8857-CA7846B56BB1}"/>
                </a:ext>
              </a:extLst>
            </p:cNvPr>
            <p:cNvSpPr/>
            <p:nvPr/>
          </p:nvSpPr>
          <p:spPr>
            <a:xfrm>
              <a:off x="8816706" y="3766033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A006853F-F655-FE21-447B-A1EFBFFE6BAB}"/>
                </a:ext>
              </a:extLst>
            </p:cNvPr>
            <p:cNvSpPr/>
            <p:nvPr/>
          </p:nvSpPr>
          <p:spPr>
            <a:xfrm>
              <a:off x="8813070" y="4002395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BCD8AA8B-0EDB-3FAD-25B4-3DD2053ECDE0}"/>
                </a:ext>
              </a:extLst>
            </p:cNvPr>
            <p:cNvSpPr/>
            <p:nvPr/>
          </p:nvSpPr>
          <p:spPr>
            <a:xfrm>
              <a:off x="8811616" y="4238758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F2389ECD-CBC1-D49F-9855-A93190AF9331}"/>
                </a:ext>
              </a:extLst>
            </p:cNvPr>
            <p:cNvSpPr/>
            <p:nvPr/>
          </p:nvSpPr>
          <p:spPr>
            <a:xfrm>
              <a:off x="9106971" y="3891836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B566180D-5051-B116-366D-7E1760AD9C4F}"/>
                </a:ext>
              </a:extLst>
            </p:cNvPr>
            <p:cNvSpPr/>
            <p:nvPr/>
          </p:nvSpPr>
          <p:spPr>
            <a:xfrm>
              <a:off x="9106971" y="4128590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51C6B749-6C14-D96E-A77D-08F105052B37}"/>
                </a:ext>
              </a:extLst>
            </p:cNvPr>
            <p:cNvCxnSpPr>
              <a:cxnSpLocks/>
            </p:cNvCxnSpPr>
            <p:nvPr/>
          </p:nvCxnSpPr>
          <p:spPr>
            <a:xfrm>
              <a:off x="8975353" y="3842398"/>
              <a:ext cx="131619" cy="125803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937FB861-1A5A-FE6A-E86E-D0B2A99E0686}"/>
                </a:ext>
              </a:extLst>
            </p:cNvPr>
            <p:cNvCxnSpPr>
              <a:cxnSpLocks/>
            </p:cNvCxnSpPr>
            <p:nvPr/>
          </p:nvCxnSpPr>
          <p:spPr>
            <a:xfrm>
              <a:off x="8977272" y="3846105"/>
              <a:ext cx="126745" cy="359938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C6E85D3C-EE38-2D10-BE58-5878358E6C84}"/>
                </a:ext>
              </a:extLst>
            </p:cNvPr>
            <p:cNvCxnSpPr>
              <a:cxnSpLocks/>
              <a:stCxn id="93" idx="6"/>
            </p:cNvCxnSpPr>
            <p:nvPr/>
          </p:nvCxnSpPr>
          <p:spPr>
            <a:xfrm>
              <a:off x="8971716" y="4083218"/>
              <a:ext cx="131998" cy="125582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E634FF6C-3419-182B-C748-6E757BB95F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3127" y="3964216"/>
              <a:ext cx="128451" cy="118408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A11C95D3-3158-E27A-E502-1B8DCBEBB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1412" y="4208800"/>
              <a:ext cx="134024" cy="111938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7B0CE9C5-C221-8E90-80FE-BE1D915250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260" y="3967931"/>
              <a:ext cx="133454" cy="350995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59B525DD-42D2-C543-F864-D1E0CF8E6B83}"/>
                </a:ext>
              </a:extLst>
            </p:cNvPr>
            <p:cNvSpPr/>
            <p:nvPr/>
          </p:nvSpPr>
          <p:spPr>
            <a:xfrm>
              <a:off x="9354394" y="4001232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7C2F3C95-D2F0-23A8-5234-5472CB8BBB4F}"/>
                </a:ext>
              </a:extLst>
            </p:cNvPr>
            <p:cNvCxnSpPr>
              <a:cxnSpLocks/>
              <a:stCxn id="95" idx="6"/>
              <a:endCxn id="103" idx="2"/>
            </p:cNvCxnSpPr>
            <p:nvPr/>
          </p:nvCxnSpPr>
          <p:spPr>
            <a:xfrm>
              <a:off x="9265616" y="3972659"/>
              <a:ext cx="88778" cy="109397"/>
            </a:xfrm>
            <a:prstGeom prst="line">
              <a:avLst/>
            </a:prstGeom>
            <a:ln w="15875">
              <a:solidFill>
                <a:srgbClr val="A1A1A3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DF2A219B-B7FF-E104-E3F3-A2432D51BB30}"/>
                </a:ext>
              </a:extLst>
            </p:cNvPr>
            <p:cNvCxnSpPr>
              <a:cxnSpLocks/>
              <a:stCxn id="96" idx="6"/>
              <a:endCxn id="103" idx="2"/>
            </p:cNvCxnSpPr>
            <p:nvPr/>
          </p:nvCxnSpPr>
          <p:spPr>
            <a:xfrm flipV="1">
              <a:off x="9265616" y="4082055"/>
              <a:ext cx="88778" cy="127358"/>
            </a:xfrm>
            <a:prstGeom prst="line">
              <a:avLst/>
            </a:prstGeom>
            <a:ln w="15875">
              <a:solidFill>
                <a:srgbClr val="A1A1A3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A4B3FDA6-11F8-063C-9E61-8E903660333A}"/>
              </a:ext>
            </a:extLst>
          </p:cNvPr>
          <p:cNvSpPr/>
          <p:nvPr/>
        </p:nvSpPr>
        <p:spPr>
          <a:xfrm>
            <a:off x="4463625" y="3665441"/>
            <a:ext cx="438151" cy="473711"/>
          </a:xfrm>
          <a:prstGeom prst="rect">
            <a:avLst/>
          </a:prstGeom>
          <a:solidFill>
            <a:srgbClr val="F8CB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61B9E2-CFA6-2FD7-69C4-7E495A17DB44}"/>
              </a:ext>
            </a:extLst>
          </p:cNvPr>
          <p:cNvSpPr/>
          <p:nvPr/>
        </p:nvSpPr>
        <p:spPr>
          <a:xfrm>
            <a:off x="4066534" y="4365083"/>
            <a:ext cx="410942" cy="415762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C1371F-2156-3D89-8125-78AFF9888631}"/>
              </a:ext>
            </a:extLst>
          </p:cNvPr>
          <p:cNvSpPr/>
          <p:nvPr/>
        </p:nvSpPr>
        <p:spPr>
          <a:xfrm>
            <a:off x="3429269" y="4365083"/>
            <a:ext cx="410942" cy="415762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4360F1-88F4-6034-60CF-0C8194731C69}"/>
              </a:ext>
            </a:extLst>
          </p:cNvPr>
          <p:cNvSpPr/>
          <p:nvPr/>
        </p:nvSpPr>
        <p:spPr>
          <a:xfrm>
            <a:off x="4598503" y="2632220"/>
            <a:ext cx="325725" cy="321244"/>
          </a:xfrm>
          <a:prstGeom prst="rect">
            <a:avLst/>
          </a:prstGeom>
          <a:solidFill>
            <a:srgbClr val="F8CB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E362D4-963C-ED3C-36C1-CA84679775F0}"/>
              </a:ext>
            </a:extLst>
          </p:cNvPr>
          <p:cNvSpPr/>
          <p:nvPr/>
        </p:nvSpPr>
        <p:spPr>
          <a:xfrm>
            <a:off x="4594617" y="2112004"/>
            <a:ext cx="325725" cy="321244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51A0BC-B105-0AA5-FC0B-5C70210758D3}"/>
              </a:ext>
            </a:extLst>
          </p:cNvPr>
          <p:cNvSpPr/>
          <p:nvPr/>
        </p:nvSpPr>
        <p:spPr>
          <a:xfrm>
            <a:off x="4598503" y="1630928"/>
            <a:ext cx="325725" cy="321244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72B367A-558D-3B39-7D7A-7FA3FADD2B1F}"/>
              </a:ext>
            </a:extLst>
          </p:cNvPr>
          <p:cNvSpPr/>
          <p:nvPr/>
        </p:nvSpPr>
        <p:spPr>
          <a:xfrm>
            <a:off x="5427279" y="3665440"/>
            <a:ext cx="115964" cy="484087"/>
          </a:xfrm>
          <a:prstGeom prst="rect">
            <a:avLst/>
          </a:prstGeom>
          <a:solidFill>
            <a:srgbClr val="F8CB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B3D7AA-59D3-7A13-138F-2C0B579096E7}"/>
              </a:ext>
            </a:extLst>
          </p:cNvPr>
          <p:cNvSpPr/>
          <p:nvPr/>
        </p:nvSpPr>
        <p:spPr>
          <a:xfrm>
            <a:off x="5422990" y="4365083"/>
            <a:ext cx="115964" cy="421326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898BC6-3D1F-3B9B-2FCA-4900A51A8B98}"/>
              </a:ext>
            </a:extLst>
          </p:cNvPr>
          <p:cNvSpPr/>
          <p:nvPr/>
        </p:nvSpPr>
        <p:spPr>
          <a:xfrm>
            <a:off x="5445520" y="2635862"/>
            <a:ext cx="95486" cy="317602"/>
          </a:xfrm>
          <a:prstGeom prst="rect">
            <a:avLst/>
          </a:prstGeom>
          <a:solidFill>
            <a:srgbClr val="F8CB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581A01-15C9-AA20-9D3B-C88258061EE0}"/>
              </a:ext>
            </a:extLst>
          </p:cNvPr>
          <p:cNvSpPr/>
          <p:nvPr/>
        </p:nvSpPr>
        <p:spPr>
          <a:xfrm>
            <a:off x="5451278" y="2114917"/>
            <a:ext cx="95486" cy="31760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399FB5F-3F82-81BC-8144-3B7F6A6D6AE2}"/>
              </a:ext>
            </a:extLst>
          </p:cNvPr>
          <p:cNvSpPr/>
          <p:nvPr/>
        </p:nvSpPr>
        <p:spPr>
          <a:xfrm>
            <a:off x="5458081" y="1615806"/>
            <a:ext cx="95486" cy="317602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31CB26AF-524C-C3CA-B43C-979BE46C5F9C}"/>
              </a:ext>
            </a:extLst>
          </p:cNvPr>
          <p:cNvSpPr/>
          <p:nvPr/>
        </p:nvSpPr>
        <p:spPr>
          <a:xfrm flipV="1">
            <a:off x="4924228" y="1767828"/>
            <a:ext cx="528636" cy="45719"/>
          </a:xfrm>
          <a:prstGeom prst="rightArrow">
            <a:avLst>
              <a:gd name="adj1" fmla="val 50000"/>
              <a:gd name="adj2" fmla="val 98611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456E7C45-9B95-553D-BA06-FA73AEB25574}"/>
              </a:ext>
            </a:extLst>
          </p:cNvPr>
          <p:cNvSpPr/>
          <p:nvPr/>
        </p:nvSpPr>
        <p:spPr>
          <a:xfrm flipV="1">
            <a:off x="4924228" y="2238915"/>
            <a:ext cx="528636" cy="45719"/>
          </a:xfrm>
          <a:prstGeom prst="rightArrow">
            <a:avLst>
              <a:gd name="adj1" fmla="val 50000"/>
              <a:gd name="adj2" fmla="val 98611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A8430E54-E5D7-2A57-77DB-4754A1A70F52}"/>
              </a:ext>
            </a:extLst>
          </p:cNvPr>
          <p:cNvSpPr/>
          <p:nvPr/>
        </p:nvSpPr>
        <p:spPr>
          <a:xfrm flipV="1">
            <a:off x="4924398" y="2770850"/>
            <a:ext cx="528636" cy="45719"/>
          </a:xfrm>
          <a:prstGeom prst="rightArrow">
            <a:avLst>
              <a:gd name="adj1" fmla="val 50000"/>
              <a:gd name="adj2" fmla="val 98611"/>
            </a:avLst>
          </a:prstGeom>
          <a:solidFill>
            <a:srgbClr val="F8CB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9E58BD43-65D1-57F2-FFC1-AD1E4B5F59C1}"/>
              </a:ext>
            </a:extLst>
          </p:cNvPr>
          <p:cNvSpPr/>
          <p:nvPr/>
        </p:nvSpPr>
        <p:spPr>
          <a:xfrm>
            <a:off x="4908780" y="3828341"/>
            <a:ext cx="515720" cy="139461"/>
          </a:xfrm>
          <a:prstGeom prst="rightArrow">
            <a:avLst>
              <a:gd name="adj1" fmla="val 30330"/>
              <a:gd name="adj2" fmla="val 46157"/>
            </a:avLst>
          </a:prstGeom>
          <a:solidFill>
            <a:srgbClr val="F8CB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785F6AAD-838A-A859-E8ED-E6FEA6B6097D}"/>
              </a:ext>
            </a:extLst>
          </p:cNvPr>
          <p:cNvSpPr/>
          <p:nvPr/>
        </p:nvSpPr>
        <p:spPr>
          <a:xfrm>
            <a:off x="4907270" y="4494165"/>
            <a:ext cx="515720" cy="139461"/>
          </a:xfrm>
          <a:prstGeom prst="rightArrow">
            <a:avLst>
              <a:gd name="adj1" fmla="val 30330"/>
              <a:gd name="adj2" fmla="val 46157"/>
            </a:avLst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梯形 31">
            <a:extLst>
              <a:ext uri="{FF2B5EF4-FFF2-40B4-BE49-F238E27FC236}">
                <a16:creationId xmlns:a16="http://schemas.microsoft.com/office/drawing/2014/main" id="{83C5B754-4046-2A61-AB00-39B876E9C464}"/>
              </a:ext>
            </a:extLst>
          </p:cNvPr>
          <p:cNvSpPr/>
          <p:nvPr/>
        </p:nvSpPr>
        <p:spPr>
          <a:xfrm rot="5400000">
            <a:off x="5890707" y="1759097"/>
            <a:ext cx="1031462" cy="1083482"/>
          </a:xfrm>
          <a:prstGeom prst="trapezoid">
            <a:avLst/>
          </a:prstGeom>
          <a:solidFill>
            <a:srgbClr val="8FAB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833682C-237E-2B63-93C9-EFDDCC6480EB}"/>
              </a:ext>
            </a:extLst>
          </p:cNvPr>
          <p:cNvGrpSpPr>
            <a:grpSpLocks noChangeAspect="1"/>
          </p:cNvGrpSpPr>
          <p:nvPr/>
        </p:nvGrpSpPr>
        <p:grpSpPr>
          <a:xfrm>
            <a:off x="6159353" y="2205426"/>
            <a:ext cx="467959" cy="423225"/>
            <a:chOff x="8811616" y="3766033"/>
            <a:chExt cx="701422" cy="634371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9E73D448-2168-A056-2BC2-F0FB878DBC58}"/>
                </a:ext>
              </a:extLst>
            </p:cNvPr>
            <p:cNvSpPr/>
            <p:nvPr/>
          </p:nvSpPr>
          <p:spPr>
            <a:xfrm>
              <a:off x="8816706" y="3766033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230220BB-C4C3-AA52-6FA1-CFEF23407652}"/>
                </a:ext>
              </a:extLst>
            </p:cNvPr>
            <p:cNvSpPr/>
            <p:nvPr/>
          </p:nvSpPr>
          <p:spPr>
            <a:xfrm>
              <a:off x="8813070" y="4002395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78FECA16-C864-FA0E-750C-BBAED351ACE9}"/>
                </a:ext>
              </a:extLst>
            </p:cNvPr>
            <p:cNvSpPr/>
            <p:nvPr/>
          </p:nvSpPr>
          <p:spPr>
            <a:xfrm>
              <a:off x="8811616" y="4238758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2F228407-BFE3-0309-DB58-8DDFBACA67B4}"/>
                </a:ext>
              </a:extLst>
            </p:cNvPr>
            <p:cNvSpPr/>
            <p:nvPr/>
          </p:nvSpPr>
          <p:spPr>
            <a:xfrm>
              <a:off x="9106971" y="3891836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820B61CA-83F1-CDD2-7E2F-BEC88ADA59D0}"/>
                </a:ext>
              </a:extLst>
            </p:cNvPr>
            <p:cNvSpPr/>
            <p:nvPr/>
          </p:nvSpPr>
          <p:spPr>
            <a:xfrm>
              <a:off x="9106971" y="4128590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765A2BA4-B912-99D5-84CF-43D43C7B453E}"/>
                </a:ext>
              </a:extLst>
            </p:cNvPr>
            <p:cNvCxnSpPr>
              <a:cxnSpLocks/>
            </p:cNvCxnSpPr>
            <p:nvPr/>
          </p:nvCxnSpPr>
          <p:spPr>
            <a:xfrm>
              <a:off x="8975353" y="3842398"/>
              <a:ext cx="131619" cy="125803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0CAF4347-09FF-EB2A-CD33-25081AF5945D}"/>
                </a:ext>
              </a:extLst>
            </p:cNvPr>
            <p:cNvCxnSpPr>
              <a:cxnSpLocks/>
            </p:cNvCxnSpPr>
            <p:nvPr/>
          </p:nvCxnSpPr>
          <p:spPr>
            <a:xfrm>
              <a:off x="8977272" y="3846105"/>
              <a:ext cx="126745" cy="359938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F64EED8B-070A-25A3-55B1-78FECED95C0E}"/>
                </a:ext>
              </a:extLst>
            </p:cNvPr>
            <p:cNvCxnSpPr>
              <a:cxnSpLocks/>
              <a:stCxn id="79" idx="6"/>
            </p:cNvCxnSpPr>
            <p:nvPr/>
          </p:nvCxnSpPr>
          <p:spPr>
            <a:xfrm>
              <a:off x="8971716" y="4083218"/>
              <a:ext cx="131998" cy="125582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85A3B239-0907-88FD-46D0-9339ADFD3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3127" y="3964216"/>
              <a:ext cx="128451" cy="118408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94940CFA-B63E-9366-309A-42A6FED5DF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1412" y="4208800"/>
              <a:ext cx="134024" cy="111938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9AAC5050-B158-D47C-D4AC-B93C9B34C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260" y="3967931"/>
              <a:ext cx="133454" cy="350995"/>
            </a:xfrm>
            <a:prstGeom prst="straightConnector1">
              <a:avLst/>
            </a:prstGeom>
            <a:ln w="15875">
              <a:solidFill>
                <a:srgbClr val="A1A1A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EE7DE1C7-E6B5-9146-577B-4B2C35C72A42}"/>
                </a:ext>
              </a:extLst>
            </p:cNvPr>
            <p:cNvSpPr/>
            <p:nvPr/>
          </p:nvSpPr>
          <p:spPr>
            <a:xfrm>
              <a:off x="9354394" y="4001232"/>
              <a:ext cx="158644" cy="161646"/>
            </a:xfrm>
            <a:prstGeom prst="ellipse">
              <a:avLst/>
            </a:prstGeom>
            <a:noFill/>
            <a:ln w="15875">
              <a:solidFill>
                <a:srgbClr val="A1A1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5"/>
            </a:p>
          </p:txBody>
        </p: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910B7A89-2251-910F-0059-D6FB7C2CED85}"/>
                </a:ext>
              </a:extLst>
            </p:cNvPr>
            <p:cNvCxnSpPr>
              <a:cxnSpLocks/>
              <a:stCxn id="81" idx="6"/>
              <a:endCxn id="89" idx="2"/>
            </p:cNvCxnSpPr>
            <p:nvPr/>
          </p:nvCxnSpPr>
          <p:spPr>
            <a:xfrm>
              <a:off x="9265616" y="3972659"/>
              <a:ext cx="88778" cy="109397"/>
            </a:xfrm>
            <a:prstGeom prst="line">
              <a:avLst/>
            </a:prstGeom>
            <a:ln w="15875">
              <a:solidFill>
                <a:srgbClr val="A1A1A3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DA2C653E-2BEF-A79A-C44C-47FC93871649}"/>
                </a:ext>
              </a:extLst>
            </p:cNvPr>
            <p:cNvCxnSpPr>
              <a:cxnSpLocks/>
              <a:stCxn id="82" idx="6"/>
              <a:endCxn id="89" idx="2"/>
            </p:cNvCxnSpPr>
            <p:nvPr/>
          </p:nvCxnSpPr>
          <p:spPr>
            <a:xfrm flipV="1">
              <a:off x="9265616" y="4082055"/>
              <a:ext cx="88778" cy="127358"/>
            </a:xfrm>
            <a:prstGeom prst="line">
              <a:avLst/>
            </a:prstGeom>
            <a:ln w="15875">
              <a:solidFill>
                <a:srgbClr val="A1A1A3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9D3C490-4F4D-C3E1-29F8-74D787F16F5E}"/>
                  </a:ext>
                </a:extLst>
              </p:cNvPr>
              <p:cNvSpPr txBox="1"/>
              <p:nvPr/>
            </p:nvSpPr>
            <p:spPr>
              <a:xfrm>
                <a:off x="4030322" y="4359250"/>
                <a:ext cx="394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9D3C490-4F4D-C3E1-29F8-74D787F16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322" y="4359250"/>
                <a:ext cx="394967" cy="338554"/>
              </a:xfrm>
              <a:prstGeom prst="rect">
                <a:avLst/>
              </a:prstGeom>
              <a:blipFill>
                <a:blip r:embed="rId19"/>
                <a:stretch>
                  <a:fillRect r="-2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15F1B23-B168-CBC2-351F-68AE66E46242}"/>
                  </a:ext>
                </a:extLst>
              </p:cNvPr>
              <p:cNvSpPr txBox="1"/>
              <p:nvPr/>
            </p:nvSpPr>
            <p:spPr>
              <a:xfrm>
                <a:off x="3367205" y="4356337"/>
                <a:ext cx="394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15F1B23-B168-CBC2-351F-68AE66E46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205" y="4356337"/>
                <a:ext cx="394967" cy="338554"/>
              </a:xfrm>
              <a:prstGeom prst="rect">
                <a:avLst/>
              </a:prstGeom>
              <a:blipFill>
                <a:blip r:embed="rId20"/>
                <a:stretch>
                  <a:fillRect r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CE7C410-1FE2-BF09-E1B5-802B25C28EB2}"/>
                  </a:ext>
                </a:extLst>
              </p:cNvPr>
              <p:cNvSpPr txBox="1"/>
              <p:nvPr/>
            </p:nvSpPr>
            <p:spPr>
              <a:xfrm>
                <a:off x="4389172" y="3734498"/>
                <a:ext cx="705715" cy="363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CE7C410-1FE2-BF09-E1B5-802B25C28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72" y="3734498"/>
                <a:ext cx="705715" cy="36336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173491-C4FB-318E-480B-F41F071203DB}"/>
                  </a:ext>
                </a:extLst>
              </p:cNvPr>
              <p:cNvSpPr txBox="1"/>
              <p:nvPr/>
            </p:nvSpPr>
            <p:spPr>
              <a:xfrm>
                <a:off x="4465570" y="2628085"/>
                <a:ext cx="705715" cy="329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F173491-C4FB-318E-480B-F41F07120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570" y="2628085"/>
                <a:ext cx="705715" cy="32951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77DE49D-BABF-7D91-9B16-DCA0453CE52A}"/>
                  </a:ext>
                </a:extLst>
              </p:cNvPr>
              <p:cNvSpPr txBox="1"/>
              <p:nvPr/>
            </p:nvSpPr>
            <p:spPr>
              <a:xfrm>
                <a:off x="4465570" y="2122177"/>
                <a:ext cx="705715" cy="361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77DE49D-BABF-7D91-9B16-DCA0453CE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570" y="2122177"/>
                <a:ext cx="705715" cy="361830"/>
              </a:xfrm>
              <a:prstGeom prst="rect">
                <a:avLst/>
              </a:prstGeom>
              <a:blipFill>
                <a:blip r:embed="rId23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511E389-A816-DB4A-5C59-EF0E2F60BD7E}"/>
                  </a:ext>
                </a:extLst>
              </p:cNvPr>
              <p:cNvSpPr txBox="1"/>
              <p:nvPr/>
            </p:nvSpPr>
            <p:spPr>
              <a:xfrm>
                <a:off x="4427566" y="1622502"/>
                <a:ext cx="7057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511E389-A816-DB4A-5C59-EF0E2F60B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566" y="1622502"/>
                <a:ext cx="705715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箭头: 右 41">
            <a:extLst>
              <a:ext uri="{FF2B5EF4-FFF2-40B4-BE49-F238E27FC236}">
                <a16:creationId xmlns:a16="http://schemas.microsoft.com/office/drawing/2014/main" id="{39612CEB-AF5C-8525-473D-761BF1814783}"/>
              </a:ext>
            </a:extLst>
          </p:cNvPr>
          <p:cNvSpPr/>
          <p:nvPr/>
        </p:nvSpPr>
        <p:spPr>
          <a:xfrm>
            <a:off x="5562020" y="2196142"/>
            <a:ext cx="298791" cy="152968"/>
          </a:xfrm>
          <a:prstGeom prst="rightArrow">
            <a:avLst>
              <a:gd name="adj1" fmla="val 30330"/>
              <a:gd name="adj2" fmla="val 40622"/>
            </a:avLst>
          </a:prstGeom>
          <a:solidFill>
            <a:srgbClr val="7E80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DCA219EA-69B2-9219-3CDD-6E94C5DBDE94}"/>
              </a:ext>
            </a:extLst>
          </p:cNvPr>
          <p:cNvSpPr/>
          <p:nvPr/>
        </p:nvSpPr>
        <p:spPr>
          <a:xfrm>
            <a:off x="5538117" y="4163244"/>
            <a:ext cx="298791" cy="152968"/>
          </a:xfrm>
          <a:prstGeom prst="rightArrow">
            <a:avLst>
              <a:gd name="adj1" fmla="val 30330"/>
              <a:gd name="adj2" fmla="val 40622"/>
            </a:avLst>
          </a:prstGeom>
          <a:solidFill>
            <a:srgbClr val="7E80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BD33A2E-0BE6-B918-E29A-A491499CE9F0}"/>
              </a:ext>
            </a:extLst>
          </p:cNvPr>
          <p:cNvSpPr txBox="1"/>
          <p:nvPr/>
        </p:nvSpPr>
        <p:spPr>
          <a:xfrm>
            <a:off x="5896875" y="1836931"/>
            <a:ext cx="726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77A5FF0-D6B2-D8A1-AB78-B9651A257353}"/>
              </a:ext>
            </a:extLst>
          </p:cNvPr>
          <p:cNvSpPr txBox="1"/>
          <p:nvPr/>
        </p:nvSpPr>
        <p:spPr>
          <a:xfrm>
            <a:off x="3447796" y="3734970"/>
            <a:ext cx="1217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目标动作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E4CD165-6669-89FC-6489-E580F037449A}"/>
              </a:ext>
            </a:extLst>
          </p:cNvPr>
          <p:cNvSpPr txBox="1"/>
          <p:nvPr/>
        </p:nvSpPr>
        <p:spPr>
          <a:xfrm>
            <a:off x="3463654" y="2569222"/>
            <a:ext cx="12253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目标动作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03CF733-ACAB-3402-74BE-0FE2C8EA3F32}"/>
              </a:ext>
            </a:extLst>
          </p:cNvPr>
          <p:cNvSpPr txBox="1"/>
          <p:nvPr/>
        </p:nvSpPr>
        <p:spPr>
          <a:xfrm>
            <a:off x="3479659" y="2079188"/>
            <a:ext cx="1275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本体感知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783AC10-6EDC-BA1F-7ADF-2EA544C0E91F}"/>
              </a:ext>
            </a:extLst>
          </p:cNvPr>
          <p:cNvSpPr txBox="1"/>
          <p:nvPr/>
        </p:nvSpPr>
        <p:spPr>
          <a:xfrm>
            <a:off x="3483034" y="1617657"/>
            <a:ext cx="1150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特权信息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69CD838D-4379-4252-7120-DFA8F9AC4A73}"/>
                  </a:ext>
                </a:extLst>
              </p:cNvPr>
              <p:cNvSpPr txBox="1"/>
              <p:nvPr/>
            </p:nvSpPr>
            <p:spPr>
              <a:xfrm>
                <a:off x="6375443" y="2693458"/>
                <a:ext cx="95037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价值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69CD838D-4379-4252-7120-DFA8F9AC4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443" y="2693458"/>
                <a:ext cx="950379" cy="338554"/>
              </a:xfrm>
              <a:prstGeom prst="rect">
                <a:avLst/>
              </a:prstGeom>
              <a:blipFill>
                <a:blip r:embed="rId25"/>
                <a:stretch>
                  <a:fillRect l="-3846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>
            <a:extLst>
              <a:ext uri="{FF2B5EF4-FFF2-40B4-BE49-F238E27FC236}">
                <a16:creationId xmlns:a16="http://schemas.microsoft.com/office/drawing/2014/main" id="{2C41FB81-20B9-CFC8-1B5F-DFFDAE39A0F2}"/>
              </a:ext>
            </a:extLst>
          </p:cNvPr>
          <p:cNvSpPr/>
          <p:nvPr/>
        </p:nvSpPr>
        <p:spPr>
          <a:xfrm>
            <a:off x="8376026" y="1074685"/>
            <a:ext cx="3264330" cy="4000691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11EA851-FA50-D122-D62E-10F69BAE358D}"/>
              </a:ext>
            </a:extLst>
          </p:cNvPr>
          <p:cNvSpPr/>
          <p:nvPr/>
        </p:nvSpPr>
        <p:spPr>
          <a:xfrm>
            <a:off x="8452405" y="1389063"/>
            <a:ext cx="3119034" cy="3661719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9144F0B7-6542-91A1-C90C-55E154E64BC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27" t="18003" r="33023" b="18811"/>
          <a:stretch>
            <a:fillRect/>
          </a:stretch>
        </p:blipFill>
        <p:spPr>
          <a:xfrm>
            <a:off x="8536518" y="1564240"/>
            <a:ext cx="957841" cy="1709747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88320558-2E1C-F6BB-3028-706B2D2C61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2" t="16254" r="59326" b="10843"/>
          <a:stretch>
            <a:fillRect/>
          </a:stretch>
        </p:blipFill>
        <p:spPr>
          <a:xfrm>
            <a:off x="10594668" y="1564240"/>
            <a:ext cx="879634" cy="1709747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C74FE274-9CAC-B3DE-4EF8-B0FE22C7D0F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49" t="15383" r="32863" b="21624"/>
          <a:stretch>
            <a:fillRect/>
          </a:stretch>
        </p:blipFill>
        <p:spPr>
          <a:xfrm>
            <a:off x="9565207" y="1564240"/>
            <a:ext cx="966201" cy="1709747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7193B429-E86A-16FF-FC5B-02C1605F95C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3" t="18678" r="26027" b="20572"/>
          <a:stretch>
            <a:fillRect/>
          </a:stretch>
        </p:blipFill>
        <p:spPr>
          <a:xfrm>
            <a:off x="8541185" y="3331919"/>
            <a:ext cx="957840" cy="163521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BB386A82-C7DD-A843-00DC-2DDE5977D72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84" t="16902" r="33674" b="22182"/>
          <a:stretch>
            <a:fillRect/>
          </a:stretch>
        </p:blipFill>
        <p:spPr>
          <a:xfrm>
            <a:off x="10594669" y="3331919"/>
            <a:ext cx="879634" cy="1635215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3305AB5A-CB87-1BAF-20D6-9BB71A8E5DE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0" t="15262" r="44140" b="18168"/>
          <a:stretch>
            <a:fillRect/>
          </a:stretch>
        </p:blipFill>
        <p:spPr>
          <a:xfrm>
            <a:off x="9562286" y="3331919"/>
            <a:ext cx="969123" cy="1635216"/>
          </a:xfrm>
          <a:prstGeom prst="rect">
            <a:avLst/>
          </a:prstGeom>
        </p:spPr>
      </p:pic>
      <p:sp>
        <p:nvSpPr>
          <p:cNvPr id="64" name="文本框 63">
            <a:extLst>
              <a:ext uri="{FF2B5EF4-FFF2-40B4-BE49-F238E27FC236}">
                <a16:creationId xmlns:a16="http://schemas.microsoft.com/office/drawing/2014/main" id="{356ADE98-2D69-30CE-3217-A054829EFDE1}"/>
              </a:ext>
            </a:extLst>
          </p:cNvPr>
          <p:cNvSpPr txBox="1"/>
          <p:nvPr/>
        </p:nvSpPr>
        <p:spPr>
          <a:xfrm>
            <a:off x="8403896" y="1046474"/>
            <a:ext cx="1826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仿真环境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B5A4FDF-3586-69DE-E688-63387B83291D}"/>
              </a:ext>
            </a:extLst>
          </p:cNvPr>
          <p:cNvSpPr txBox="1"/>
          <p:nvPr/>
        </p:nvSpPr>
        <p:spPr>
          <a:xfrm>
            <a:off x="1008998" y="984018"/>
            <a:ext cx="1722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动作重定向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BEEAA8C-9B62-CB3E-0E9F-84369B8ED5B0}"/>
              </a:ext>
            </a:extLst>
          </p:cNvPr>
          <p:cNvSpPr txBox="1"/>
          <p:nvPr/>
        </p:nvSpPr>
        <p:spPr>
          <a:xfrm>
            <a:off x="3264058" y="979676"/>
            <a:ext cx="2086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策略训练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8C7A3408-7058-1986-E99E-B81E910B976B}"/>
              </a:ext>
            </a:extLst>
          </p:cNvPr>
          <p:cNvCxnSpPr>
            <a:cxnSpLocks/>
          </p:cNvCxnSpPr>
          <p:nvPr/>
        </p:nvCxnSpPr>
        <p:spPr>
          <a:xfrm>
            <a:off x="2789339" y="3932454"/>
            <a:ext cx="703562" cy="0"/>
          </a:xfrm>
          <a:prstGeom prst="straightConnector1">
            <a:avLst/>
          </a:prstGeom>
          <a:ln w="28575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箭头: 右 67">
            <a:extLst>
              <a:ext uri="{FF2B5EF4-FFF2-40B4-BE49-F238E27FC236}">
                <a16:creationId xmlns:a16="http://schemas.microsoft.com/office/drawing/2014/main" id="{F3AFD076-294C-A29B-9FCA-BF499D4FCF27}"/>
              </a:ext>
            </a:extLst>
          </p:cNvPr>
          <p:cNvSpPr/>
          <p:nvPr/>
        </p:nvSpPr>
        <p:spPr>
          <a:xfrm rot="5400000">
            <a:off x="1577386" y="3238946"/>
            <a:ext cx="345898" cy="95248"/>
          </a:xfrm>
          <a:prstGeom prst="rightArrow">
            <a:avLst>
              <a:gd name="adj1" fmla="val 30330"/>
              <a:gd name="adj2" fmla="val 85895"/>
            </a:avLst>
          </a:prstGeom>
          <a:solidFill>
            <a:srgbClr val="C9C9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51DFC34F-2231-DE72-9E3B-FA33A4AA4C44}"/>
              </a:ext>
            </a:extLst>
          </p:cNvPr>
          <p:cNvCxnSpPr>
            <a:cxnSpLocks/>
            <a:endCxn id="32" idx="1"/>
          </p:cNvCxnSpPr>
          <p:nvPr/>
        </p:nvCxnSpPr>
        <p:spPr>
          <a:xfrm rot="10800000" flipV="1">
            <a:off x="6406438" y="1450068"/>
            <a:ext cx="1960322" cy="463972"/>
          </a:xfrm>
          <a:prstGeom prst="bentConnector2">
            <a:avLst/>
          </a:prstGeom>
          <a:ln w="12700">
            <a:solidFill>
              <a:srgbClr val="3F6FC4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EB5D70E2-392B-9E88-C0F3-BA2B646DB272}"/>
              </a:ext>
            </a:extLst>
          </p:cNvPr>
          <p:cNvCxnSpPr>
            <a:cxnSpLocks/>
          </p:cNvCxnSpPr>
          <p:nvPr/>
        </p:nvCxnSpPr>
        <p:spPr>
          <a:xfrm rot="10800000">
            <a:off x="4710667" y="4803664"/>
            <a:ext cx="3644603" cy="132867"/>
          </a:xfrm>
          <a:prstGeom prst="bentConnector3">
            <a:avLst>
              <a:gd name="adj1" fmla="val 99900"/>
            </a:avLst>
          </a:prstGeom>
          <a:ln w="12700">
            <a:solidFill>
              <a:schemeClr val="accent6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333526B1-8286-CF0A-CE87-A6A1CE381293}"/>
              </a:ext>
            </a:extLst>
          </p:cNvPr>
          <p:cNvCxnSpPr>
            <a:cxnSpLocks/>
          </p:cNvCxnSpPr>
          <p:nvPr/>
        </p:nvCxnSpPr>
        <p:spPr>
          <a:xfrm>
            <a:off x="6371198" y="2693458"/>
            <a:ext cx="0" cy="1118407"/>
          </a:xfrm>
          <a:prstGeom prst="straightConnector1">
            <a:avLst/>
          </a:prstGeom>
          <a:ln w="28575">
            <a:solidFill>
              <a:srgbClr val="C9C9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159F3901-FA70-7348-FC64-1A3CADE9E27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60238" y="3158301"/>
            <a:ext cx="1132516" cy="399187"/>
          </a:xfrm>
          <a:prstGeom prst="bentConnector3">
            <a:avLst>
              <a:gd name="adj1" fmla="val 100463"/>
            </a:avLst>
          </a:prstGeom>
          <a:ln w="28575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9AF8D14-44DD-00D7-1B57-177062ADE135}"/>
                  </a:ext>
                </a:extLst>
              </p:cNvPr>
              <p:cNvSpPr txBox="1"/>
              <p:nvPr/>
            </p:nvSpPr>
            <p:spPr>
              <a:xfrm>
                <a:off x="6947684" y="1429274"/>
                <a:ext cx="95037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奖励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9AF8D14-44DD-00D7-1B57-177062ADE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684" y="1429274"/>
                <a:ext cx="950379" cy="338554"/>
              </a:xfrm>
              <a:prstGeom prst="rect">
                <a:avLst/>
              </a:prstGeom>
              <a:blipFill>
                <a:blip r:embed="rId32"/>
                <a:stretch>
                  <a:fillRect l="-3846"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本框 73">
            <a:extLst>
              <a:ext uri="{FF2B5EF4-FFF2-40B4-BE49-F238E27FC236}">
                <a16:creationId xmlns:a16="http://schemas.microsoft.com/office/drawing/2014/main" id="{ADC6AB1E-654A-D8A7-0349-B1B142E4FBBA}"/>
              </a:ext>
            </a:extLst>
          </p:cNvPr>
          <p:cNvSpPr txBox="1"/>
          <p:nvPr/>
        </p:nvSpPr>
        <p:spPr>
          <a:xfrm>
            <a:off x="3409173" y="4789910"/>
            <a:ext cx="1459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历史信息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A5CA4A46-E2BA-1AB8-041C-31D1A0DD05CF}"/>
              </a:ext>
            </a:extLst>
          </p:cNvPr>
          <p:cNvCxnSpPr>
            <a:cxnSpLocks/>
          </p:cNvCxnSpPr>
          <p:nvPr/>
        </p:nvCxnSpPr>
        <p:spPr>
          <a:xfrm>
            <a:off x="7776876" y="4218516"/>
            <a:ext cx="589884" cy="12307"/>
          </a:xfrm>
          <a:prstGeom prst="straightConnector1">
            <a:avLst/>
          </a:prstGeom>
          <a:ln w="28575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29D8D6F3-FCFA-A9B8-07F7-DB9E00898EDC}"/>
              </a:ext>
            </a:extLst>
          </p:cNvPr>
          <p:cNvCxnSpPr>
            <a:cxnSpLocks/>
          </p:cNvCxnSpPr>
          <p:nvPr/>
        </p:nvCxnSpPr>
        <p:spPr>
          <a:xfrm>
            <a:off x="6923976" y="4230823"/>
            <a:ext cx="519494" cy="0"/>
          </a:xfrm>
          <a:prstGeom prst="straightConnector1">
            <a:avLst/>
          </a:prstGeom>
          <a:ln w="28575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0F18CBB-976E-FC41-58A0-2F3303707744}"/>
                  </a:ext>
                </a:extLst>
              </p:cNvPr>
              <p:cNvSpPr txBox="1"/>
              <p:nvPr/>
            </p:nvSpPr>
            <p:spPr>
              <a:xfrm>
                <a:off x="7298913" y="4026572"/>
                <a:ext cx="6235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0F18CBB-976E-FC41-58A0-2F3303707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913" y="4026572"/>
                <a:ext cx="623523" cy="33855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4E40871C-4E33-DF2B-B3A0-67E1DEA38956}"/>
              </a:ext>
            </a:extLst>
          </p:cNvPr>
          <p:cNvSpPr txBox="1"/>
          <p:nvPr/>
        </p:nvSpPr>
        <p:spPr>
          <a:xfrm>
            <a:off x="3776849" y="4411513"/>
            <a:ext cx="32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027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E5D150CD-8C03-34F9-465B-E1426C0204C4}"/>
              </a:ext>
            </a:extLst>
          </p:cNvPr>
          <p:cNvGrpSpPr>
            <a:grpSpLocks noChangeAspect="1"/>
          </p:cNvGrpSpPr>
          <p:nvPr/>
        </p:nvGrpSpPr>
        <p:grpSpPr>
          <a:xfrm>
            <a:off x="454287" y="268176"/>
            <a:ext cx="11144155" cy="2104552"/>
            <a:chOff x="2131489" y="414938"/>
            <a:chExt cx="36314920" cy="6858000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8717D46C-B019-5AE2-3B4B-F6F255A7F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1489" y="414938"/>
              <a:ext cx="3964511" cy="6858000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2532B573-6B57-34A4-21E3-DFF6CA4E6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5291" y="414938"/>
              <a:ext cx="3964511" cy="6858000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49CA90C7-0A9E-023E-6584-58E2E08A1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9092" y="414938"/>
              <a:ext cx="3964511" cy="6858000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358CB907-210A-9F80-B14E-90BBA0401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62894" y="414938"/>
              <a:ext cx="3964511" cy="68580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49F099EB-67AD-D01E-49A1-B5D3527BC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06695" y="414938"/>
              <a:ext cx="3964511" cy="6858000"/>
            </a:xfrm>
            <a:prstGeom prst="rect">
              <a:avLst/>
            </a:prstGeom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B475F366-B209-E97C-DC03-0D477463F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50496" y="414938"/>
              <a:ext cx="3964511" cy="68580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13D1270A-1022-B008-5060-F1C9792B3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94296" y="414938"/>
              <a:ext cx="3964511" cy="68580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DEA8BAA5-81D8-0185-B1B3-F9E8C65A4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38099" y="414938"/>
              <a:ext cx="3964511" cy="68580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F385FA2D-732E-D3D0-8C99-AD71DB414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81898" y="414938"/>
              <a:ext cx="3964511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1548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F5E16A5A-E959-894F-96B1-A8E0D22DDBF6}"/>
              </a:ext>
            </a:extLst>
          </p:cNvPr>
          <p:cNvGrpSpPr>
            <a:grpSpLocks noChangeAspect="1"/>
          </p:cNvGrpSpPr>
          <p:nvPr/>
        </p:nvGrpSpPr>
        <p:grpSpPr>
          <a:xfrm>
            <a:off x="184939" y="342371"/>
            <a:ext cx="11380527" cy="1843064"/>
            <a:chOff x="-509327" y="593379"/>
            <a:chExt cx="12918592" cy="209215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A4F9114-1E1F-7B41-1D9E-25C2AEB0F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09327" y="593379"/>
              <a:ext cx="1587051" cy="2092152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047FE00-3BE5-7E6F-F71A-51187DD85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9465" y="593379"/>
              <a:ext cx="1587051" cy="2092152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577CB19-4FBA-31EB-F7DA-6F04EE682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8256" y="593379"/>
              <a:ext cx="1587051" cy="2092152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25FC8E8B-901C-7C3A-DDDC-913711917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7048" y="593379"/>
              <a:ext cx="1587051" cy="2092152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D4C98334-66AD-B903-13B4-1A5B0F636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5840" y="593379"/>
              <a:ext cx="1587051" cy="2092152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CD6A4D2D-7757-1390-45C4-B4B43688B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4630" y="593379"/>
              <a:ext cx="1587051" cy="2092152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EAF9B568-6F20-E8E3-BAD0-18BC1EE70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1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03422" y="593379"/>
              <a:ext cx="1587051" cy="2092152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092E78F7-8438-0F75-B0E9-5DDB66262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aturation sat="1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22214" y="593379"/>
              <a:ext cx="1587051" cy="20921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830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9D21D54D-6B39-2F19-0F16-F1875999B65F}"/>
              </a:ext>
            </a:extLst>
          </p:cNvPr>
          <p:cNvGrpSpPr>
            <a:grpSpLocks noChangeAspect="1"/>
          </p:cNvGrpSpPr>
          <p:nvPr/>
        </p:nvGrpSpPr>
        <p:grpSpPr>
          <a:xfrm>
            <a:off x="246586" y="491067"/>
            <a:ext cx="11246369" cy="2095590"/>
            <a:chOff x="846535" y="-364067"/>
            <a:chExt cx="36804718" cy="685800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9C709DD-57CB-B962-39CC-719CE0B2E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535" y="-364067"/>
              <a:ext cx="4521464" cy="685800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4B3FA50-0139-1123-D0BC-36A5332D8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8428" y="-364067"/>
              <a:ext cx="4521464" cy="685800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0B62ED5-1D64-37AF-5BD2-DCA4FDF21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0322" y="-364067"/>
              <a:ext cx="4521464" cy="685800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2C0E00BE-7493-9932-E14D-521CF78F6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82214" y="-364067"/>
              <a:ext cx="4521464" cy="6858000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315D6284-31C6-DEDD-9BC3-C9946B8BC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94108" y="-364067"/>
              <a:ext cx="4521464" cy="685800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9C191830-3233-E52C-D26F-E0502A328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06001" y="-364067"/>
              <a:ext cx="4521464" cy="685800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267B41B4-8DDA-13E2-D30B-77F6D6D80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17893" y="-364067"/>
              <a:ext cx="4521464" cy="685800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7638FCD0-CEEB-0967-EE24-7A1B7321E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129789" y="-364067"/>
              <a:ext cx="4521464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10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DF35D644-A1A6-CA18-DBAC-F0FB5817F838}"/>
              </a:ext>
            </a:extLst>
          </p:cNvPr>
          <p:cNvGrpSpPr>
            <a:grpSpLocks noChangeAspect="1"/>
          </p:cNvGrpSpPr>
          <p:nvPr/>
        </p:nvGrpSpPr>
        <p:grpSpPr>
          <a:xfrm>
            <a:off x="321404" y="562853"/>
            <a:ext cx="10598429" cy="2290414"/>
            <a:chOff x="321405" y="562853"/>
            <a:chExt cx="9894672" cy="213832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DA4A1FB-C56D-0152-1485-D518D5F65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405" y="562853"/>
              <a:ext cx="1622077" cy="213832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0FE6B24-D027-F77B-2EED-3A7048B7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924" y="562853"/>
              <a:ext cx="1622077" cy="2138326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3481909-9717-42FF-3A4E-FE211DA97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0443" y="562853"/>
              <a:ext cx="1622077" cy="2138326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61DE2E0-9994-5AD3-FE96-FA73ABFCB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4962" y="562853"/>
              <a:ext cx="1622077" cy="2138326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9B883048-D19B-6DB7-82DD-8D7CBD851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9481" y="562853"/>
              <a:ext cx="1622077" cy="2138326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EA2282B-BDD5-7210-4494-2ECD8A453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4000" y="562853"/>
              <a:ext cx="1622077" cy="21383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5089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D71A8EE9-DE99-BB5F-8418-5A959FBAC7B0}"/>
              </a:ext>
            </a:extLst>
          </p:cNvPr>
          <p:cNvGrpSpPr>
            <a:grpSpLocks noChangeAspect="1"/>
          </p:cNvGrpSpPr>
          <p:nvPr/>
        </p:nvGrpSpPr>
        <p:grpSpPr>
          <a:xfrm>
            <a:off x="218067" y="2235835"/>
            <a:ext cx="11246369" cy="2095590"/>
            <a:chOff x="-271066" y="2159000"/>
            <a:chExt cx="36804716" cy="6858000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CF88CB36-4F10-414B-3448-78178B773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1066" y="2159000"/>
              <a:ext cx="4521464" cy="6858000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0C5EA262-E9F8-94D3-E1DC-FF965CDC7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0827" y="2159000"/>
              <a:ext cx="4521464" cy="6858000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F1182CF0-87CA-A483-C7D3-D87A9873C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2720" y="2159000"/>
              <a:ext cx="4521464" cy="6858000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87401EF3-2F2B-F726-406C-977701D41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64614" y="2159000"/>
              <a:ext cx="4521464" cy="6858000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141F154A-1BCE-2B42-0DBB-8D3B313E5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76508" y="2159000"/>
              <a:ext cx="4521464" cy="6858000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B28F7F84-E41E-797B-B9FE-2C8E395F3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88400" y="2159000"/>
              <a:ext cx="4521464" cy="6858000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F8164460-30F5-1FEE-E2A4-91A8441F4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00293" y="2159000"/>
              <a:ext cx="4521464" cy="6858000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9774CED2-4932-3C04-849F-30E176B77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12186" y="2159000"/>
              <a:ext cx="4521464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6885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F9F982B1-AF32-6447-B1D8-64F1AD1A3294}"/>
              </a:ext>
            </a:extLst>
          </p:cNvPr>
          <p:cNvGrpSpPr>
            <a:grpSpLocks noChangeAspect="1"/>
          </p:cNvGrpSpPr>
          <p:nvPr/>
        </p:nvGrpSpPr>
        <p:grpSpPr>
          <a:xfrm>
            <a:off x="296815" y="1216288"/>
            <a:ext cx="5951586" cy="1883191"/>
            <a:chOff x="804659" y="1251062"/>
            <a:chExt cx="4951040" cy="1566600"/>
          </a:xfrm>
        </p:grpSpPr>
        <p:pic>
          <p:nvPicPr>
            <p:cNvPr id="106" name="图片 105">
              <a:extLst>
                <a:ext uri="{FF2B5EF4-FFF2-40B4-BE49-F238E27FC236}">
                  <a16:creationId xmlns:a16="http://schemas.microsoft.com/office/drawing/2014/main" id="{D1705E11-CD4A-7C72-D29E-33A0E6EDD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84" t="40095" r="43381" b="30962"/>
            <a:stretch>
              <a:fillRect/>
            </a:stretch>
          </p:blipFill>
          <p:spPr>
            <a:xfrm>
              <a:off x="804659" y="1252123"/>
              <a:ext cx="1199701" cy="1564847"/>
            </a:xfrm>
            <a:prstGeom prst="rect">
              <a:avLst/>
            </a:prstGeom>
          </p:spPr>
        </p:pic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42C2488E-46A8-3357-246A-BAC0E8892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153" t="39114" r="43477" b="31929"/>
            <a:stretch>
              <a:fillRect/>
            </a:stretch>
          </p:blipFill>
          <p:spPr>
            <a:xfrm>
              <a:off x="2030755" y="1252122"/>
              <a:ext cx="1183931" cy="1565540"/>
            </a:xfrm>
            <a:prstGeom prst="rect">
              <a:avLst/>
            </a:prstGeom>
          </p:spPr>
        </p:pic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04F5BA35-793F-EC70-093E-865809CF3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63" t="38676" r="44201" b="32552"/>
            <a:stretch>
              <a:fillRect/>
            </a:stretch>
          </p:blipFill>
          <p:spPr>
            <a:xfrm>
              <a:off x="3245481" y="1251062"/>
              <a:ext cx="1251049" cy="1559685"/>
            </a:xfrm>
            <a:prstGeom prst="rect">
              <a:avLst/>
            </a:prstGeom>
          </p:spPr>
        </p:pic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9254A839-6F34-9B16-A341-771DDF83D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897" t="36816" r="43205" b="34223"/>
            <a:stretch>
              <a:fillRect/>
            </a:stretch>
          </p:blipFill>
          <p:spPr>
            <a:xfrm>
              <a:off x="4530081" y="1251064"/>
              <a:ext cx="1225618" cy="15545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81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8C58A2CD-5CBD-BD13-E231-CCF72FF9B62D}"/>
              </a:ext>
            </a:extLst>
          </p:cNvPr>
          <p:cNvGrpSpPr>
            <a:grpSpLocks noChangeAspect="1"/>
          </p:cNvGrpSpPr>
          <p:nvPr/>
        </p:nvGrpSpPr>
        <p:grpSpPr>
          <a:xfrm>
            <a:off x="736063" y="3625962"/>
            <a:ext cx="5468141" cy="1835038"/>
            <a:chOff x="5789249" y="1251062"/>
            <a:chExt cx="4957246" cy="1663588"/>
          </a:xfrm>
        </p:grpSpPr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709BB177-1CE4-4012-5A49-FE51308D2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964" t="33321" r="42741" b="25758"/>
            <a:stretch>
              <a:fillRect/>
            </a:stretch>
          </p:blipFill>
          <p:spPr>
            <a:xfrm>
              <a:off x="5789249" y="1251062"/>
              <a:ext cx="1199701" cy="1663588"/>
            </a:xfrm>
            <a:prstGeom prst="rect">
              <a:avLst/>
            </a:prstGeom>
          </p:spPr>
        </p:pic>
        <p:pic>
          <p:nvPicPr>
            <p:cNvPr id="111" name="图片 110">
              <a:extLst>
                <a:ext uri="{FF2B5EF4-FFF2-40B4-BE49-F238E27FC236}">
                  <a16:creationId xmlns:a16="http://schemas.microsoft.com/office/drawing/2014/main" id="{2EEB9EF1-8529-130B-BBA0-89A1A5B63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485" t="33321" r="43614" b="25757"/>
            <a:stretch>
              <a:fillRect/>
            </a:stretch>
          </p:blipFill>
          <p:spPr>
            <a:xfrm>
              <a:off x="7016693" y="1251062"/>
              <a:ext cx="1170778" cy="1663588"/>
            </a:xfrm>
            <a:prstGeom prst="rect">
              <a:avLst/>
            </a:prstGeom>
          </p:spPr>
        </p:pic>
        <p:pic>
          <p:nvPicPr>
            <p:cNvPr id="112" name="图片 111">
              <a:extLst>
                <a:ext uri="{FF2B5EF4-FFF2-40B4-BE49-F238E27FC236}">
                  <a16:creationId xmlns:a16="http://schemas.microsoft.com/office/drawing/2014/main" id="{DB416E88-0EC8-335A-B968-AA5B60532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59" t="33653" r="42787" b="26332"/>
            <a:stretch>
              <a:fillRect/>
            </a:stretch>
          </p:blipFill>
          <p:spPr>
            <a:xfrm>
              <a:off x="8224091" y="1251062"/>
              <a:ext cx="1246243" cy="1663588"/>
            </a:xfrm>
            <a:prstGeom prst="rect">
              <a:avLst/>
            </a:prstGeom>
          </p:spPr>
        </p:pic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678DD57B-D120-FFE4-B200-9056794C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586" t="34240" r="43037" b="25743"/>
            <a:stretch>
              <a:fillRect/>
            </a:stretch>
          </p:blipFill>
          <p:spPr>
            <a:xfrm>
              <a:off x="9513337" y="1251062"/>
              <a:ext cx="1233158" cy="16635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9034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3265</TotalTime>
  <Words>84</Words>
  <Application>Microsoft Office PowerPoint</Application>
  <PresentationFormat>宽屏</PresentationFormat>
  <Paragraphs>42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等线 Light</vt:lpstr>
      <vt:lpstr>宋体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空 天</dc:creator>
  <cp:lastModifiedBy>空 天</cp:lastModifiedBy>
  <cp:revision>40</cp:revision>
  <dcterms:created xsi:type="dcterms:W3CDTF">2026-03-03T10:24:55Z</dcterms:created>
  <dcterms:modified xsi:type="dcterms:W3CDTF">2026-03-24T12:20:38Z</dcterms:modified>
</cp:coreProperties>
</file>