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92" userDrawn="1">
          <p15:clr>
            <a:srgbClr val="A4A3A4"/>
          </p15:clr>
        </p15:guide>
        <p15:guide id="2" pos="98" userDrawn="1">
          <p15:clr>
            <a:srgbClr val="A4A3A4"/>
          </p15:clr>
        </p15:guide>
        <p15:guide id="3" orient="horz" pos="2523" userDrawn="1">
          <p15:clr>
            <a:srgbClr val="A4A3A4"/>
          </p15:clr>
        </p15:guide>
        <p15:guide id="4" orient="horz" pos="1434" userDrawn="1">
          <p15:clr>
            <a:srgbClr val="A4A3A4"/>
          </p15:clr>
        </p15:guide>
        <p15:guide id="5" orient="horz" pos="1253" userDrawn="1">
          <p15:clr>
            <a:srgbClr val="A4A3A4"/>
          </p15:clr>
        </p15:guide>
        <p15:guide id="6" pos="21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C9CA"/>
    <a:srgbClr val="A6A6A6"/>
    <a:srgbClr val="A8D18D"/>
    <a:srgbClr val="3F6FC4"/>
    <a:srgbClr val="8CA9D2"/>
    <a:srgbClr val="C4D3E7"/>
    <a:srgbClr val="F6F6F6"/>
    <a:srgbClr val="B5A49B"/>
    <a:srgbClr val="7E8081"/>
    <a:srgbClr val="8FAB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572" y="1144"/>
      </p:cViewPr>
      <p:guideLst>
        <p:guide orient="horz" pos="2092"/>
        <p:guide pos="98"/>
        <p:guide orient="horz" pos="2523"/>
        <p:guide orient="horz" pos="1434"/>
        <p:guide orient="horz" pos="1253"/>
        <p:guide pos="21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38D93-132C-A0C6-D4C0-F9F1CF67A8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0698F62-821E-19A2-2979-DFF2767477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4A4772-C37D-1947-2DFE-F7621589C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380A5C6-9FE8-8D39-BA7B-7B012FC60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E20E3F-2467-2F36-175F-0D1CCD25B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651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8FE819-6B57-CAB8-015A-95D6DCD2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9E1635F-C6CB-C49E-55D1-56FA55608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23EF0F-75AD-4360-9233-C708352E0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8BD9DF-01C5-4E13-4368-EC05AF4EB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0CE423-4139-DA72-FC39-2D7038D26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9250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68B6B4-19D5-B88B-510C-14BC84566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FE8F3-C032-C300-061B-CE7A507A31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E3F71B1-8292-BEEF-2E84-0F07C68E3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D851AE-471C-2592-53C3-70A5E23EE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C1F66C-9EBD-26F8-20CD-4714BB2CC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0694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7EEA7B-EB17-A9FC-BC8B-6B6257B72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91D9D5-246B-15FE-A4A9-4DC0593570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BC78859-3F37-E72D-16E8-09D31396E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0D89582-DC72-4018-2EAC-DFA86B7D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E885B5C-DF1E-FA20-C380-F416CE7B9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56A8A9-F385-75A9-4FA3-11EC5B648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438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7427F4-6AF7-B377-2CEE-CE8E527BA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FD7B40-F11E-4625-F244-32D12A6C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F91ECDC-ECF9-F0E6-0619-506929202D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9B7454B-68CC-0981-E72B-8523ED5286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42D521-AAB9-1F7F-24D5-8EC23F2DE5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4525FBF-7C9F-8F61-C75F-A0E828D06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D36A6C0-7962-D7F4-B898-19FEF8F55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DD83C20-625E-3467-E524-C20CF5815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3829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735E36-1E9F-8596-7AA6-9A7D84188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A7008CD-0218-CE47-CD37-16C936546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3C2F161-06F5-3D4E-DD9A-BDCC63F6B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195573E-309F-435A-3DD0-49FCABFD1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4375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063C6B-67A6-D865-1725-FB1AFED03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E2CD4E5-36EB-43C9-9D26-7DACC4A32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4C20F0-1C3F-B5D8-0EFB-36FE2F307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1788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82E012-E08E-E68B-A672-685805C32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840CC2-886E-5FEF-70E8-1BC413AD1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06E2264-E498-B69F-2117-7DC89A5E2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B418F4A-29E2-3324-A208-E2D45314D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7FE1A26-0ED0-F1BE-9E43-CE5CFD840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319BC2E-F343-F824-D344-0B91A8B2E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3822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F89B2B-7059-8A15-8989-3ADDEF418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E209D5D-8A4C-F9BA-D96E-4F5DB20D5F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A6874EA-9BA6-08B2-8D76-551533804C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78F315D-93EC-FD27-6083-069BEF8B3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4542EC4-9859-C661-CD6A-09A96CD59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894F9C4-1269-8C01-5B25-68D5D44FB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4364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696720-0FB6-F5EE-395A-3537EB255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544AE7B-D041-A91D-DFB3-7711B258C8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AE54A7D-071D-0685-75B3-ABA74BE49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352A4A-515E-0030-21B1-C1C9D6E3B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2A8D09-06EF-7BEB-C54D-90FAE25B2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9153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0BBF504-4008-F406-ABE8-A173E84974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2F7A3B-1A5A-667E-B701-F3D31519A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36F95D-442D-3A74-FD7C-F27C871D3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68FFBD-B020-4E50-B3D8-FFEE2459B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382C4C-8C7D-3E59-CE16-01CCF665A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458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49D3B58-2401-B776-4F47-E450C02E2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B36FCB-1691-CFD2-0254-F595A79596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147BEE-F8EE-8301-97B1-52B6C8AE4E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601286-6A8C-468D-81AE-9CDB15DCD48C}" type="datetimeFigureOut">
              <a:rPr lang="zh-CN" altLang="en-US" smtClean="0"/>
              <a:t>2026/3/3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20BFF6-0AEA-82CC-8C3B-78F0ED978C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7851A-A324-B3F8-1163-F2E5636BE0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E00CAE-AD7E-4625-BD28-F62731697D4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3076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矩形 341">
            <a:extLst>
              <a:ext uri="{FF2B5EF4-FFF2-40B4-BE49-F238E27FC236}">
                <a16:creationId xmlns:a16="http://schemas.microsoft.com/office/drawing/2014/main" id="{A1934AB1-9AD8-5E6A-4EEC-32844FAB4DE6}"/>
              </a:ext>
            </a:extLst>
          </p:cNvPr>
          <p:cNvSpPr/>
          <p:nvPr/>
        </p:nvSpPr>
        <p:spPr>
          <a:xfrm>
            <a:off x="419188" y="3126216"/>
            <a:ext cx="2245072" cy="184389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67C72B37-5572-57C7-598E-A9AF2E83F26E}"/>
              </a:ext>
            </a:extLst>
          </p:cNvPr>
          <p:cNvSpPr/>
          <p:nvPr/>
        </p:nvSpPr>
        <p:spPr>
          <a:xfrm>
            <a:off x="440981" y="1092985"/>
            <a:ext cx="2193123" cy="184389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0332F092-442E-82CF-B0B6-B0FBB57E1E9E}"/>
              </a:ext>
            </a:extLst>
          </p:cNvPr>
          <p:cNvGrpSpPr>
            <a:grpSpLocks noChangeAspect="1"/>
          </p:cNvGrpSpPr>
          <p:nvPr/>
        </p:nvGrpSpPr>
        <p:grpSpPr>
          <a:xfrm>
            <a:off x="469196" y="1017739"/>
            <a:ext cx="2132286" cy="1994031"/>
            <a:chOff x="-182677" y="-225842"/>
            <a:chExt cx="4312716" cy="4033084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E632B9A6-F9C4-E8D9-9F28-55027D5970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CFFFC"/>
                </a:clrFrom>
                <a:clrTo>
                  <a:srgbClr val="FCFF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059" t="26875" r="38628" b="8335"/>
            <a:stretch>
              <a:fillRect/>
            </a:stretch>
          </p:blipFill>
          <p:spPr>
            <a:xfrm>
              <a:off x="-182677" y="-65217"/>
              <a:ext cx="1253802" cy="1974341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4FA17865-6A81-B206-3138-1916E2CE81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CFFFC"/>
                </a:clrFrom>
                <a:clrTo>
                  <a:srgbClr val="FCFF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21" t="26208" r="39764" b="9000"/>
            <a:stretch>
              <a:fillRect/>
            </a:stretch>
          </p:blipFill>
          <p:spPr>
            <a:xfrm>
              <a:off x="-163647" y="1759319"/>
              <a:ext cx="1253802" cy="1974341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ABD28E0-0739-9E6E-7E14-3CB7A53DB2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CFFFC"/>
                </a:clrFrom>
                <a:clrTo>
                  <a:srgbClr val="FCFF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342" t="26404" r="38343" b="8805"/>
            <a:stretch>
              <a:fillRect/>
            </a:stretch>
          </p:blipFill>
          <p:spPr>
            <a:xfrm>
              <a:off x="1984957" y="-88642"/>
              <a:ext cx="1253802" cy="1974341"/>
            </a:xfrm>
            <a:prstGeom prst="rect">
              <a:avLst/>
            </a:prstGeom>
          </p:spPr>
        </p:pic>
        <p:pic>
          <p:nvPicPr>
            <p:cNvPr id="38" name="图片 37">
              <a:extLst>
                <a:ext uri="{FF2B5EF4-FFF2-40B4-BE49-F238E27FC236}">
                  <a16:creationId xmlns:a16="http://schemas.microsoft.com/office/drawing/2014/main" id="{6ADA073D-338E-15E9-6C30-B66DC9907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CFFFC"/>
                </a:clrFrom>
                <a:clrTo>
                  <a:srgbClr val="FCFF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343" t="24352" r="38342" b="10856"/>
            <a:stretch>
              <a:fillRect/>
            </a:stretch>
          </p:blipFill>
          <p:spPr>
            <a:xfrm>
              <a:off x="2092639" y="1780745"/>
              <a:ext cx="1253804" cy="1974341"/>
            </a:xfrm>
            <a:prstGeom prst="rect">
              <a:avLst/>
            </a:prstGeom>
          </p:spPr>
        </p:pic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39F15B7C-8C89-4BC0-59D3-0DED8221C2D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CFFFC"/>
                </a:clrFrom>
                <a:clrTo>
                  <a:srgbClr val="FCFF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926" t="28214" r="37759" b="6995"/>
            <a:stretch>
              <a:fillRect/>
            </a:stretch>
          </p:blipFill>
          <p:spPr>
            <a:xfrm>
              <a:off x="2876237" y="1832901"/>
              <a:ext cx="1253802" cy="1974341"/>
            </a:xfrm>
            <a:prstGeom prst="rect">
              <a:avLst/>
            </a:prstGeom>
          </p:spPr>
        </p:pic>
        <p:pic>
          <p:nvPicPr>
            <p:cNvPr id="48" name="图片 47">
              <a:extLst>
                <a:ext uri="{FF2B5EF4-FFF2-40B4-BE49-F238E27FC236}">
                  <a16:creationId xmlns:a16="http://schemas.microsoft.com/office/drawing/2014/main" id="{03A06737-7DE0-EC4B-21C5-E99929360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CFFFC"/>
                </a:clrFrom>
                <a:clrTo>
                  <a:srgbClr val="FCFF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395" t="22913" r="36892" b="12295"/>
            <a:stretch>
              <a:fillRect/>
            </a:stretch>
          </p:blipFill>
          <p:spPr>
            <a:xfrm>
              <a:off x="890415" y="-225842"/>
              <a:ext cx="1275252" cy="1974341"/>
            </a:xfrm>
            <a:prstGeom prst="rect">
              <a:avLst/>
            </a:prstGeom>
          </p:spPr>
        </p:pic>
        <p:pic>
          <p:nvPicPr>
            <p:cNvPr id="50" name="图片 49">
              <a:extLst>
                <a:ext uri="{FF2B5EF4-FFF2-40B4-BE49-F238E27FC236}">
                  <a16:creationId xmlns:a16="http://schemas.microsoft.com/office/drawing/2014/main" id="{83F8AE97-F52D-CE2A-3053-A7D3896AF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CFFFC"/>
                </a:clrFrom>
                <a:clrTo>
                  <a:srgbClr val="FCFF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063" t="25421" r="31565" b="9788"/>
            <a:stretch>
              <a:fillRect/>
            </a:stretch>
          </p:blipFill>
          <p:spPr>
            <a:xfrm>
              <a:off x="760603" y="1773602"/>
              <a:ext cx="1794676" cy="1974342"/>
            </a:xfrm>
            <a:prstGeom prst="rect">
              <a:avLst/>
            </a:prstGeom>
          </p:spPr>
        </p:pic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6FF0FFCF-3900-CFD0-F24A-B24D873D6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CFFFC"/>
                </a:clrFrom>
                <a:clrTo>
                  <a:srgbClr val="FCFFFC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839" t="28666" r="37547" b="5605"/>
            <a:stretch>
              <a:fillRect/>
            </a:stretch>
          </p:blipFill>
          <p:spPr>
            <a:xfrm>
              <a:off x="2782888" y="-88642"/>
              <a:ext cx="1216164" cy="2002909"/>
            </a:xfrm>
            <a:prstGeom prst="rect">
              <a:avLst/>
            </a:prstGeom>
          </p:spPr>
        </p:pic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3506E908-589B-7BFC-0815-4FD3D3F964AE}"/>
              </a:ext>
            </a:extLst>
          </p:cNvPr>
          <p:cNvGrpSpPr>
            <a:grpSpLocks noChangeAspect="1"/>
          </p:cNvGrpSpPr>
          <p:nvPr/>
        </p:nvGrpSpPr>
        <p:grpSpPr>
          <a:xfrm>
            <a:off x="495551" y="3054952"/>
            <a:ext cx="2090417" cy="1934212"/>
            <a:chOff x="0" y="3733660"/>
            <a:chExt cx="4267573" cy="3948683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51E17231-E680-27EB-D889-0C92FC88D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343" t="17604" r="38342" b="17604"/>
            <a:stretch>
              <a:fillRect/>
            </a:stretch>
          </p:blipFill>
          <p:spPr>
            <a:xfrm>
              <a:off x="0" y="3762228"/>
              <a:ext cx="1253803" cy="1974341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794E0566-B7A9-246A-378E-1E547FDBB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824" t="18838" r="38862" b="16370"/>
            <a:stretch>
              <a:fillRect/>
            </a:stretch>
          </p:blipFill>
          <p:spPr>
            <a:xfrm>
              <a:off x="63743" y="5708002"/>
              <a:ext cx="1253804" cy="1974341"/>
            </a:xfrm>
            <a:prstGeom prst="rect">
              <a:avLst/>
            </a:prstGeom>
          </p:spPr>
        </p:pic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3FA1547F-FE49-E94B-F9B6-208C3E7B46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343" t="16666" r="38342" b="17605"/>
            <a:stretch>
              <a:fillRect/>
            </a:stretch>
          </p:blipFill>
          <p:spPr>
            <a:xfrm>
              <a:off x="2152821" y="3762228"/>
              <a:ext cx="1253803" cy="2002909"/>
            </a:xfrm>
            <a:prstGeom prst="rect">
              <a:avLst/>
            </a:prstGeom>
          </p:spPr>
        </p:pic>
        <p:pic>
          <p:nvPicPr>
            <p:cNvPr id="44" name="图片 43">
              <a:extLst>
                <a:ext uri="{FF2B5EF4-FFF2-40B4-BE49-F238E27FC236}">
                  <a16:creationId xmlns:a16="http://schemas.microsoft.com/office/drawing/2014/main" id="{993E3C99-3A90-F06E-F922-35BD1287FD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946" t="13643" r="36739" b="21565"/>
            <a:stretch>
              <a:fillRect/>
            </a:stretch>
          </p:blipFill>
          <p:spPr>
            <a:xfrm>
              <a:off x="2372921" y="5527950"/>
              <a:ext cx="1253805" cy="1974341"/>
            </a:xfrm>
            <a:prstGeom prst="rect">
              <a:avLst/>
            </a:prstGeom>
          </p:spPr>
        </p:pic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C7F5F049-5ADD-73E4-476D-A58A6D3399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238" t="17006" r="39448" b="18203"/>
            <a:stretch>
              <a:fillRect/>
            </a:stretch>
          </p:blipFill>
          <p:spPr>
            <a:xfrm>
              <a:off x="3013771" y="5634422"/>
              <a:ext cx="1253802" cy="1974341"/>
            </a:xfrm>
            <a:prstGeom prst="rect">
              <a:avLst/>
            </a:prstGeom>
          </p:spPr>
        </p:pic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5DE83666-F680-50BE-50B4-003C0B2A2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681" t="21851" r="36606" b="12420"/>
            <a:stretch>
              <a:fillRect/>
            </a:stretch>
          </p:blipFill>
          <p:spPr>
            <a:xfrm>
              <a:off x="1065686" y="3942279"/>
              <a:ext cx="1275252" cy="2002909"/>
            </a:xfrm>
            <a:prstGeom prst="rect">
              <a:avLst/>
            </a:prstGeom>
          </p:spPr>
        </p:pic>
        <p:pic>
          <p:nvPicPr>
            <p:cNvPr id="54" name="图片 53">
              <a:extLst>
                <a:ext uri="{FF2B5EF4-FFF2-40B4-BE49-F238E27FC236}">
                  <a16:creationId xmlns:a16="http://schemas.microsoft.com/office/drawing/2014/main" id="{CF0D1A61-E552-5E2F-617B-B78673CE2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8" t="15590" r="32739" b="19618"/>
            <a:stretch>
              <a:fillRect/>
            </a:stretch>
          </p:blipFill>
          <p:spPr>
            <a:xfrm>
              <a:off x="1014141" y="5617976"/>
              <a:ext cx="1630204" cy="1974341"/>
            </a:xfrm>
            <a:prstGeom prst="rect">
              <a:avLst/>
            </a:prstGeom>
          </p:spPr>
        </p:pic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B2CC7C63-79B1-F66B-7587-D148181D20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398" t="17604" r="39889" b="17604"/>
            <a:stretch>
              <a:fillRect/>
            </a:stretch>
          </p:blipFill>
          <p:spPr>
            <a:xfrm>
              <a:off x="2908724" y="3733660"/>
              <a:ext cx="1275252" cy="1974342"/>
            </a:xfrm>
            <a:prstGeom prst="rect">
              <a:avLst/>
            </a:prstGeom>
          </p:spPr>
        </p:pic>
      </p:grpSp>
      <p:sp>
        <p:nvSpPr>
          <p:cNvPr id="67" name="矩形 66">
            <a:extLst>
              <a:ext uri="{FF2B5EF4-FFF2-40B4-BE49-F238E27FC236}">
                <a16:creationId xmlns:a16="http://schemas.microsoft.com/office/drawing/2014/main" id="{95F9C02C-0C6C-6C54-AA79-0FE0A090E521}"/>
              </a:ext>
            </a:extLst>
          </p:cNvPr>
          <p:cNvSpPr/>
          <p:nvPr/>
        </p:nvSpPr>
        <p:spPr>
          <a:xfrm>
            <a:off x="3213720" y="1092985"/>
            <a:ext cx="4517356" cy="1863089"/>
          </a:xfrm>
          <a:prstGeom prst="rect">
            <a:avLst/>
          </a:prstGeom>
          <a:solidFill>
            <a:srgbClr val="DAE3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CBDF518-2818-ADB2-4288-C7197B7D8455}"/>
              </a:ext>
            </a:extLst>
          </p:cNvPr>
          <p:cNvSpPr/>
          <p:nvPr/>
        </p:nvSpPr>
        <p:spPr>
          <a:xfrm>
            <a:off x="3217038" y="3126217"/>
            <a:ext cx="4514036" cy="1791684"/>
          </a:xfrm>
          <a:prstGeom prst="rect">
            <a:avLst/>
          </a:prstGeom>
          <a:solidFill>
            <a:srgbClr val="FBE5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0" name="梯形 69">
            <a:extLst>
              <a:ext uri="{FF2B5EF4-FFF2-40B4-BE49-F238E27FC236}">
                <a16:creationId xmlns:a16="http://schemas.microsoft.com/office/drawing/2014/main" id="{D63BE841-9D40-4F90-0C35-1E43B6086DDA}"/>
              </a:ext>
            </a:extLst>
          </p:cNvPr>
          <p:cNvSpPr/>
          <p:nvPr/>
        </p:nvSpPr>
        <p:spPr>
          <a:xfrm rot="5400000">
            <a:off x="5796654" y="3450048"/>
            <a:ext cx="1031462" cy="1083482"/>
          </a:xfrm>
          <a:prstGeom prst="trapezoid">
            <a:avLst/>
          </a:prstGeom>
          <a:solidFill>
            <a:srgbClr val="F4B1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B43B33D8-83A7-D261-80A9-D941677A79B4}"/>
              </a:ext>
            </a:extLst>
          </p:cNvPr>
          <p:cNvSpPr txBox="1"/>
          <p:nvPr/>
        </p:nvSpPr>
        <p:spPr>
          <a:xfrm>
            <a:off x="5833188" y="3568227"/>
            <a:ext cx="7269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Actor</a:t>
            </a:r>
            <a:endParaRPr lang="zh-CN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02A7823D-3E74-5730-F6FC-4C13FFF6CEA4}"/>
              </a:ext>
            </a:extLst>
          </p:cNvPr>
          <p:cNvSpPr/>
          <p:nvPr/>
        </p:nvSpPr>
        <p:spPr>
          <a:xfrm>
            <a:off x="4427987" y="4128017"/>
            <a:ext cx="410942" cy="415762"/>
          </a:xfrm>
          <a:prstGeom prst="rect">
            <a:avLst/>
          </a:prstGeom>
          <a:solidFill>
            <a:srgbClr val="A8D1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49E2419A-6B5B-D591-86DA-09CA811A03CD}"/>
                  </a:ext>
                </a:extLst>
              </p:cNvPr>
              <p:cNvSpPr txBox="1"/>
              <p:nvPr/>
            </p:nvSpPr>
            <p:spPr>
              <a:xfrm>
                <a:off x="4436250" y="4119271"/>
                <a:ext cx="394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49E2419A-6B5B-D591-86DA-09CA811A0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6250" y="4119271"/>
                <a:ext cx="394967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5" name="组合 174">
            <a:extLst>
              <a:ext uri="{FF2B5EF4-FFF2-40B4-BE49-F238E27FC236}">
                <a16:creationId xmlns:a16="http://schemas.microsoft.com/office/drawing/2014/main" id="{0B291AB6-229C-387E-4818-399AE16F6B77}"/>
              </a:ext>
            </a:extLst>
          </p:cNvPr>
          <p:cNvGrpSpPr>
            <a:grpSpLocks noChangeAspect="1"/>
          </p:cNvGrpSpPr>
          <p:nvPr/>
        </p:nvGrpSpPr>
        <p:grpSpPr>
          <a:xfrm>
            <a:off x="6088394" y="3908435"/>
            <a:ext cx="467959" cy="423225"/>
            <a:chOff x="8811616" y="3766033"/>
            <a:chExt cx="701422" cy="634371"/>
          </a:xfrm>
        </p:grpSpPr>
        <p:sp>
          <p:nvSpPr>
            <p:cNvPr id="118" name="椭圆 117">
              <a:extLst>
                <a:ext uri="{FF2B5EF4-FFF2-40B4-BE49-F238E27FC236}">
                  <a16:creationId xmlns:a16="http://schemas.microsoft.com/office/drawing/2014/main" id="{5B2BD600-1BC4-6A29-DED8-7B04FA4254D6}"/>
                </a:ext>
              </a:extLst>
            </p:cNvPr>
            <p:cNvSpPr/>
            <p:nvPr/>
          </p:nvSpPr>
          <p:spPr>
            <a:xfrm>
              <a:off x="8816706" y="3766033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sp>
          <p:nvSpPr>
            <p:cNvPr id="119" name="椭圆 118">
              <a:extLst>
                <a:ext uri="{FF2B5EF4-FFF2-40B4-BE49-F238E27FC236}">
                  <a16:creationId xmlns:a16="http://schemas.microsoft.com/office/drawing/2014/main" id="{6F973A39-21E3-7AED-90A2-F3F373FD5F8B}"/>
                </a:ext>
              </a:extLst>
            </p:cNvPr>
            <p:cNvSpPr/>
            <p:nvPr/>
          </p:nvSpPr>
          <p:spPr>
            <a:xfrm>
              <a:off x="8813070" y="4002395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BE5BABC2-B0D4-25A9-A7C4-30E4318D1AF0}"/>
                </a:ext>
              </a:extLst>
            </p:cNvPr>
            <p:cNvSpPr/>
            <p:nvPr/>
          </p:nvSpPr>
          <p:spPr>
            <a:xfrm>
              <a:off x="8811616" y="4238758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sp>
          <p:nvSpPr>
            <p:cNvPr id="121" name="椭圆 120">
              <a:extLst>
                <a:ext uri="{FF2B5EF4-FFF2-40B4-BE49-F238E27FC236}">
                  <a16:creationId xmlns:a16="http://schemas.microsoft.com/office/drawing/2014/main" id="{85654D7D-CE97-E6A2-2247-79E50228AA3C}"/>
                </a:ext>
              </a:extLst>
            </p:cNvPr>
            <p:cNvSpPr/>
            <p:nvPr/>
          </p:nvSpPr>
          <p:spPr>
            <a:xfrm>
              <a:off x="9106971" y="3891836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sp>
          <p:nvSpPr>
            <p:cNvPr id="122" name="椭圆 121">
              <a:extLst>
                <a:ext uri="{FF2B5EF4-FFF2-40B4-BE49-F238E27FC236}">
                  <a16:creationId xmlns:a16="http://schemas.microsoft.com/office/drawing/2014/main" id="{AAAA8B62-3D4B-D27A-9CBB-4FDBBF21C588}"/>
                </a:ext>
              </a:extLst>
            </p:cNvPr>
            <p:cNvSpPr/>
            <p:nvPr/>
          </p:nvSpPr>
          <p:spPr>
            <a:xfrm>
              <a:off x="9106971" y="4128590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2B8084C-2636-931D-C8A3-9D73526DC6A8}"/>
                </a:ext>
              </a:extLst>
            </p:cNvPr>
            <p:cNvCxnSpPr>
              <a:cxnSpLocks/>
            </p:cNvCxnSpPr>
            <p:nvPr/>
          </p:nvCxnSpPr>
          <p:spPr>
            <a:xfrm>
              <a:off x="8975353" y="3842398"/>
              <a:ext cx="131619" cy="125803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DD2356BD-65A8-B8C0-3B8D-9FADCB3BD6DF}"/>
                </a:ext>
              </a:extLst>
            </p:cNvPr>
            <p:cNvCxnSpPr>
              <a:cxnSpLocks/>
            </p:cNvCxnSpPr>
            <p:nvPr/>
          </p:nvCxnSpPr>
          <p:spPr>
            <a:xfrm>
              <a:off x="8977272" y="3846105"/>
              <a:ext cx="126745" cy="359938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8E8592A4-DAAC-903D-AA0C-35EDEB192909}"/>
                </a:ext>
              </a:extLst>
            </p:cNvPr>
            <p:cNvCxnSpPr>
              <a:cxnSpLocks/>
              <a:stCxn id="119" idx="6"/>
            </p:cNvCxnSpPr>
            <p:nvPr/>
          </p:nvCxnSpPr>
          <p:spPr>
            <a:xfrm>
              <a:off x="8971716" y="4083218"/>
              <a:ext cx="131998" cy="125582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接箭头连接符 126">
              <a:extLst>
                <a:ext uri="{FF2B5EF4-FFF2-40B4-BE49-F238E27FC236}">
                  <a16:creationId xmlns:a16="http://schemas.microsoft.com/office/drawing/2014/main" id="{FBC0219A-F3EC-9971-BC5D-5C513C90F2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73127" y="3964216"/>
              <a:ext cx="128451" cy="118408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5C979920-4B93-F603-21A3-0DCBAD636E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71412" y="4208800"/>
              <a:ext cx="134024" cy="111938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接箭头连接符 128">
              <a:extLst>
                <a:ext uri="{FF2B5EF4-FFF2-40B4-BE49-F238E27FC236}">
                  <a16:creationId xmlns:a16="http://schemas.microsoft.com/office/drawing/2014/main" id="{C6049B84-6288-DCE3-20F0-14BC7219F5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70260" y="3967931"/>
              <a:ext cx="133454" cy="350995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椭圆 137">
              <a:extLst>
                <a:ext uri="{FF2B5EF4-FFF2-40B4-BE49-F238E27FC236}">
                  <a16:creationId xmlns:a16="http://schemas.microsoft.com/office/drawing/2014/main" id="{CAAE136D-6739-82FA-73F4-7DB91D2A8F89}"/>
                </a:ext>
              </a:extLst>
            </p:cNvPr>
            <p:cNvSpPr/>
            <p:nvPr/>
          </p:nvSpPr>
          <p:spPr>
            <a:xfrm>
              <a:off x="9354394" y="4001232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F9039525-706E-87A3-6D8E-779FD503BF11}"/>
                </a:ext>
              </a:extLst>
            </p:cNvPr>
            <p:cNvCxnSpPr>
              <a:cxnSpLocks/>
              <a:stCxn id="121" idx="6"/>
              <a:endCxn id="138" idx="2"/>
            </p:cNvCxnSpPr>
            <p:nvPr/>
          </p:nvCxnSpPr>
          <p:spPr>
            <a:xfrm>
              <a:off x="9265616" y="3972659"/>
              <a:ext cx="88778" cy="109397"/>
            </a:xfrm>
            <a:prstGeom prst="line">
              <a:avLst/>
            </a:prstGeom>
            <a:ln w="15875">
              <a:solidFill>
                <a:srgbClr val="A1A1A3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4B40C04E-C1F7-6818-1C3F-39E8C7C013E3}"/>
                </a:ext>
              </a:extLst>
            </p:cNvPr>
            <p:cNvCxnSpPr>
              <a:cxnSpLocks/>
              <a:stCxn id="122" idx="6"/>
              <a:endCxn id="138" idx="2"/>
            </p:cNvCxnSpPr>
            <p:nvPr/>
          </p:nvCxnSpPr>
          <p:spPr>
            <a:xfrm flipV="1">
              <a:off x="9265616" y="4082055"/>
              <a:ext cx="88778" cy="127358"/>
            </a:xfrm>
            <a:prstGeom prst="line">
              <a:avLst/>
            </a:prstGeom>
            <a:ln w="15875">
              <a:solidFill>
                <a:srgbClr val="A1A1A3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6" name="矩形 155">
            <a:extLst>
              <a:ext uri="{FF2B5EF4-FFF2-40B4-BE49-F238E27FC236}">
                <a16:creationId xmlns:a16="http://schemas.microsoft.com/office/drawing/2014/main" id="{30F21D9C-51E4-8D6C-ABC8-8E49F6787C4F}"/>
              </a:ext>
            </a:extLst>
          </p:cNvPr>
          <p:cNvSpPr/>
          <p:nvPr/>
        </p:nvSpPr>
        <p:spPr>
          <a:xfrm>
            <a:off x="4393775" y="3428375"/>
            <a:ext cx="438151" cy="473711"/>
          </a:xfrm>
          <a:prstGeom prst="rect">
            <a:avLst/>
          </a:prstGeom>
          <a:solidFill>
            <a:srgbClr val="F8CBA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9DA90EAE-A019-C4DC-1D1E-C6B0613AFE5A}"/>
              </a:ext>
            </a:extLst>
          </p:cNvPr>
          <p:cNvSpPr/>
          <p:nvPr/>
        </p:nvSpPr>
        <p:spPr>
          <a:xfrm>
            <a:off x="3996684" y="4128017"/>
            <a:ext cx="410942" cy="415762"/>
          </a:xfrm>
          <a:prstGeom prst="rect">
            <a:avLst/>
          </a:prstGeom>
          <a:solidFill>
            <a:srgbClr val="A8D1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B3715AC5-F984-05DE-41B4-A1BCACCC902B}"/>
              </a:ext>
            </a:extLst>
          </p:cNvPr>
          <p:cNvSpPr/>
          <p:nvPr/>
        </p:nvSpPr>
        <p:spPr>
          <a:xfrm>
            <a:off x="3359419" y="4128017"/>
            <a:ext cx="410942" cy="415762"/>
          </a:xfrm>
          <a:prstGeom prst="rect">
            <a:avLst/>
          </a:prstGeom>
          <a:solidFill>
            <a:srgbClr val="A8D1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60DC8721-CA30-6EC6-0B27-53F411F0D873}"/>
              </a:ext>
            </a:extLst>
          </p:cNvPr>
          <p:cNvSpPr/>
          <p:nvPr/>
        </p:nvSpPr>
        <p:spPr>
          <a:xfrm>
            <a:off x="4528653" y="2395154"/>
            <a:ext cx="325725" cy="321244"/>
          </a:xfrm>
          <a:prstGeom prst="rect">
            <a:avLst/>
          </a:prstGeom>
          <a:solidFill>
            <a:srgbClr val="F8CBA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15F06419-C53B-666B-E9ED-01B967CEDDDB}"/>
              </a:ext>
            </a:extLst>
          </p:cNvPr>
          <p:cNvSpPr/>
          <p:nvPr/>
        </p:nvSpPr>
        <p:spPr>
          <a:xfrm>
            <a:off x="4524767" y="1874938"/>
            <a:ext cx="325725" cy="321244"/>
          </a:xfrm>
          <a:prstGeom prst="rect">
            <a:avLst/>
          </a:prstGeom>
          <a:solidFill>
            <a:srgbClr val="A8D1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F834EDE9-AFE1-6F13-403F-4701C5038F68}"/>
              </a:ext>
            </a:extLst>
          </p:cNvPr>
          <p:cNvSpPr/>
          <p:nvPr/>
        </p:nvSpPr>
        <p:spPr>
          <a:xfrm>
            <a:off x="4528653" y="1393862"/>
            <a:ext cx="325725" cy="321244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0C7028E3-687C-A3C2-2404-BF220305C554}"/>
              </a:ext>
            </a:extLst>
          </p:cNvPr>
          <p:cNvSpPr/>
          <p:nvPr/>
        </p:nvSpPr>
        <p:spPr>
          <a:xfrm>
            <a:off x="5357429" y="3428374"/>
            <a:ext cx="115964" cy="484087"/>
          </a:xfrm>
          <a:prstGeom prst="rect">
            <a:avLst/>
          </a:prstGeom>
          <a:solidFill>
            <a:srgbClr val="F8CBA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96C3270-3A21-B584-0A3C-93612DC5A49A}"/>
              </a:ext>
            </a:extLst>
          </p:cNvPr>
          <p:cNvSpPr/>
          <p:nvPr/>
        </p:nvSpPr>
        <p:spPr>
          <a:xfrm>
            <a:off x="5353140" y="4128017"/>
            <a:ext cx="115964" cy="421326"/>
          </a:xfrm>
          <a:prstGeom prst="rect">
            <a:avLst/>
          </a:prstGeom>
          <a:solidFill>
            <a:srgbClr val="A8D1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E66100AC-8FA4-4993-22C7-CE2851E72255}"/>
              </a:ext>
            </a:extLst>
          </p:cNvPr>
          <p:cNvSpPr/>
          <p:nvPr/>
        </p:nvSpPr>
        <p:spPr>
          <a:xfrm>
            <a:off x="5375670" y="2398796"/>
            <a:ext cx="95486" cy="317602"/>
          </a:xfrm>
          <a:prstGeom prst="rect">
            <a:avLst/>
          </a:prstGeom>
          <a:solidFill>
            <a:srgbClr val="F8CBA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854FFA2D-8A28-7ED7-AA5D-F7C8FDF4B2E4}"/>
              </a:ext>
            </a:extLst>
          </p:cNvPr>
          <p:cNvSpPr/>
          <p:nvPr/>
        </p:nvSpPr>
        <p:spPr>
          <a:xfrm>
            <a:off x="5381428" y="1877851"/>
            <a:ext cx="95486" cy="31760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996E7489-2754-7504-0BD2-D9760360B676}"/>
              </a:ext>
            </a:extLst>
          </p:cNvPr>
          <p:cNvSpPr/>
          <p:nvPr/>
        </p:nvSpPr>
        <p:spPr>
          <a:xfrm>
            <a:off x="5388231" y="1378740"/>
            <a:ext cx="95486" cy="317602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箭头: 右 168">
            <a:extLst>
              <a:ext uri="{FF2B5EF4-FFF2-40B4-BE49-F238E27FC236}">
                <a16:creationId xmlns:a16="http://schemas.microsoft.com/office/drawing/2014/main" id="{D0F9C649-B786-C2CB-232E-F5C8E52DCF41}"/>
              </a:ext>
            </a:extLst>
          </p:cNvPr>
          <p:cNvSpPr/>
          <p:nvPr/>
        </p:nvSpPr>
        <p:spPr>
          <a:xfrm flipV="1">
            <a:off x="4854378" y="1530762"/>
            <a:ext cx="528636" cy="45719"/>
          </a:xfrm>
          <a:prstGeom prst="rightArrow">
            <a:avLst>
              <a:gd name="adj1" fmla="val 50000"/>
              <a:gd name="adj2" fmla="val 98611"/>
            </a:avLst>
          </a:prstGeom>
          <a:solidFill>
            <a:srgbClr val="FFE6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箭头: 右 170">
            <a:extLst>
              <a:ext uri="{FF2B5EF4-FFF2-40B4-BE49-F238E27FC236}">
                <a16:creationId xmlns:a16="http://schemas.microsoft.com/office/drawing/2014/main" id="{D7CCA0FF-6627-28E0-B0F6-B95F36E632D8}"/>
              </a:ext>
            </a:extLst>
          </p:cNvPr>
          <p:cNvSpPr/>
          <p:nvPr/>
        </p:nvSpPr>
        <p:spPr>
          <a:xfrm flipV="1">
            <a:off x="4854378" y="2001849"/>
            <a:ext cx="528636" cy="45719"/>
          </a:xfrm>
          <a:prstGeom prst="rightArrow">
            <a:avLst>
              <a:gd name="adj1" fmla="val 50000"/>
              <a:gd name="adj2" fmla="val 98611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箭头: 右 171">
            <a:extLst>
              <a:ext uri="{FF2B5EF4-FFF2-40B4-BE49-F238E27FC236}">
                <a16:creationId xmlns:a16="http://schemas.microsoft.com/office/drawing/2014/main" id="{6DCFB2CA-13BE-68E6-C7F5-813D11F56241}"/>
              </a:ext>
            </a:extLst>
          </p:cNvPr>
          <p:cNvSpPr/>
          <p:nvPr/>
        </p:nvSpPr>
        <p:spPr>
          <a:xfrm flipV="1">
            <a:off x="4854548" y="2533784"/>
            <a:ext cx="528636" cy="45719"/>
          </a:xfrm>
          <a:prstGeom prst="rightArrow">
            <a:avLst>
              <a:gd name="adj1" fmla="val 50000"/>
              <a:gd name="adj2" fmla="val 98611"/>
            </a:avLst>
          </a:prstGeom>
          <a:solidFill>
            <a:srgbClr val="F8CBA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箭头: 右 172">
            <a:extLst>
              <a:ext uri="{FF2B5EF4-FFF2-40B4-BE49-F238E27FC236}">
                <a16:creationId xmlns:a16="http://schemas.microsoft.com/office/drawing/2014/main" id="{C1B998B5-0F9D-64E2-CED4-312B0CA8231D}"/>
              </a:ext>
            </a:extLst>
          </p:cNvPr>
          <p:cNvSpPr/>
          <p:nvPr/>
        </p:nvSpPr>
        <p:spPr>
          <a:xfrm>
            <a:off x="4838930" y="3591275"/>
            <a:ext cx="515720" cy="139461"/>
          </a:xfrm>
          <a:prstGeom prst="rightArrow">
            <a:avLst>
              <a:gd name="adj1" fmla="val 30330"/>
              <a:gd name="adj2" fmla="val 46157"/>
            </a:avLst>
          </a:prstGeom>
          <a:solidFill>
            <a:srgbClr val="F8CBA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箭头: 右 173">
            <a:extLst>
              <a:ext uri="{FF2B5EF4-FFF2-40B4-BE49-F238E27FC236}">
                <a16:creationId xmlns:a16="http://schemas.microsoft.com/office/drawing/2014/main" id="{9C47A42F-6AE8-F2BA-49D3-B542F60BB366}"/>
              </a:ext>
            </a:extLst>
          </p:cNvPr>
          <p:cNvSpPr/>
          <p:nvPr/>
        </p:nvSpPr>
        <p:spPr>
          <a:xfrm>
            <a:off x="4837420" y="4257099"/>
            <a:ext cx="515720" cy="139461"/>
          </a:xfrm>
          <a:prstGeom prst="rightArrow">
            <a:avLst>
              <a:gd name="adj1" fmla="val 30330"/>
              <a:gd name="adj2" fmla="val 46157"/>
            </a:avLst>
          </a:prstGeom>
          <a:solidFill>
            <a:srgbClr val="A8D1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梯形 175">
            <a:extLst>
              <a:ext uri="{FF2B5EF4-FFF2-40B4-BE49-F238E27FC236}">
                <a16:creationId xmlns:a16="http://schemas.microsoft.com/office/drawing/2014/main" id="{DD313703-F57F-E60B-D1BB-EAA0816D3BB1}"/>
              </a:ext>
            </a:extLst>
          </p:cNvPr>
          <p:cNvSpPr/>
          <p:nvPr/>
        </p:nvSpPr>
        <p:spPr>
          <a:xfrm rot="5400000">
            <a:off x="5820857" y="1522031"/>
            <a:ext cx="1031462" cy="1083482"/>
          </a:xfrm>
          <a:prstGeom prst="trapezoid">
            <a:avLst/>
          </a:prstGeom>
          <a:solidFill>
            <a:srgbClr val="8FAB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A254B49E-2B02-AA77-A39D-FFB64E199AA8}"/>
              </a:ext>
            </a:extLst>
          </p:cNvPr>
          <p:cNvGrpSpPr>
            <a:grpSpLocks noChangeAspect="1"/>
          </p:cNvGrpSpPr>
          <p:nvPr/>
        </p:nvGrpSpPr>
        <p:grpSpPr>
          <a:xfrm>
            <a:off x="6089503" y="1968360"/>
            <a:ext cx="467959" cy="423225"/>
            <a:chOff x="8811616" y="3766033"/>
            <a:chExt cx="701422" cy="634371"/>
          </a:xfrm>
        </p:grpSpPr>
        <p:sp>
          <p:nvSpPr>
            <p:cNvPr id="193" name="椭圆 192">
              <a:extLst>
                <a:ext uri="{FF2B5EF4-FFF2-40B4-BE49-F238E27FC236}">
                  <a16:creationId xmlns:a16="http://schemas.microsoft.com/office/drawing/2014/main" id="{C18404FD-A61C-E039-88C7-9D020493EB85}"/>
                </a:ext>
              </a:extLst>
            </p:cNvPr>
            <p:cNvSpPr/>
            <p:nvPr/>
          </p:nvSpPr>
          <p:spPr>
            <a:xfrm>
              <a:off x="8816706" y="3766033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sp>
          <p:nvSpPr>
            <p:cNvPr id="194" name="椭圆 193">
              <a:extLst>
                <a:ext uri="{FF2B5EF4-FFF2-40B4-BE49-F238E27FC236}">
                  <a16:creationId xmlns:a16="http://schemas.microsoft.com/office/drawing/2014/main" id="{27E6EEF9-ED91-02BD-8FC3-170A10E59637}"/>
                </a:ext>
              </a:extLst>
            </p:cNvPr>
            <p:cNvSpPr/>
            <p:nvPr/>
          </p:nvSpPr>
          <p:spPr>
            <a:xfrm>
              <a:off x="8813070" y="4002395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sp>
          <p:nvSpPr>
            <p:cNvPr id="195" name="椭圆 194">
              <a:extLst>
                <a:ext uri="{FF2B5EF4-FFF2-40B4-BE49-F238E27FC236}">
                  <a16:creationId xmlns:a16="http://schemas.microsoft.com/office/drawing/2014/main" id="{EFFA6CED-A6E2-BE51-432B-A434C752CC7F}"/>
                </a:ext>
              </a:extLst>
            </p:cNvPr>
            <p:cNvSpPr/>
            <p:nvPr/>
          </p:nvSpPr>
          <p:spPr>
            <a:xfrm>
              <a:off x="8811616" y="4238758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sp>
          <p:nvSpPr>
            <p:cNvPr id="196" name="椭圆 195">
              <a:extLst>
                <a:ext uri="{FF2B5EF4-FFF2-40B4-BE49-F238E27FC236}">
                  <a16:creationId xmlns:a16="http://schemas.microsoft.com/office/drawing/2014/main" id="{718C9EB2-B2F0-0D72-CCBF-203B84747CBD}"/>
                </a:ext>
              </a:extLst>
            </p:cNvPr>
            <p:cNvSpPr/>
            <p:nvPr/>
          </p:nvSpPr>
          <p:spPr>
            <a:xfrm>
              <a:off x="9106971" y="3891836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sp>
          <p:nvSpPr>
            <p:cNvPr id="197" name="椭圆 196">
              <a:extLst>
                <a:ext uri="{FF2B5EF4-FFF2-40B4-BE49-F238E27FC236}">
                  <a16:creationId xmlns:a16="http://schemas.microsoft.com/office/drawing/2014/main" id="{C64E5AC7-4FEC-A6BF-B093-58DF07B61AD2}"/>
                </a:ext>
              </a:extLst>
            </p:cNvPr>
            <p:cNvSpPr/>
            <p:nvPr/>
          </p:nvSpPr>
          <p:spPr>
            <a:xfrm>
              <a:off x="9106971" y="4128590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cxnSp>
          <p:nvCxnSpPr>
            <p:cNvPr id="198" name="直接箭头连接符 197">
              <a:extLst>
                <a:ext uri="{FF2B5EF4-FFF2-40B4-BE49-F238E27FC236}">
                  <a16:creationId xmlns:a16="http://schemas.microsoft.com/office/drawing/2014/main" id="{7A758183-4D22-7C94-DFD4-DE19EC0D3A2E}"/>
                </a:ext>
              </a:extLst>
            </p:cNvPr>
            <p:cNvCxnSpPr>
              <a:cxnSpLocks/>
            </p:cNvCxnSpPr>
            <p:nvPr/>
          </p:nvCxnSpPr>
          <p:spPr>
            <a:xfrm>
              <a:off x="8975353" y="3842398"/>
              <a:ext cx="131619" cy="125803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接箭头连接符 198">
              <a:extLst>
                <a:ext uri="{FF2B5EF4-FFF2-40B4-BE49-F238E27FC236}">
                  <a16:creationId xmlns:a16="http://schemas.microsoft.com/office/drawing/2014/main" id="{4049E2E2-9FAD-6D80-126D-A8A69CC7B267}"/>
                </a:ext>
              </a:extLst>
            </p:cNvPr>
            <p:cNvCxnSpPr>
              <a:cxnSpLocks/>
            </p:cNvCxnSpPr>
            <p:nvPr/>
          </p:nvCxnSpPr>
          <p:spPr>
            <a:xfrm>
              <a:off x="8977272" y="3846105"/>
              <a:ext cx="126745" cy="359938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接箭头连接符 199">
              <a:extLst>
                <a:ext uri="{FF2B5EF4-FFF2-40B4-BE49-F238E27FC236}">
                  <a16:creationId xmlns:a16="http://schemas.microsoft.com/office/drawing/2014/main" id="{A02FCA6C-95F5-6972-2AF4-6222E09136E4}"/>
                </a:ext>
              </a:extLst>
            </p:cNvPr>
            <p:cNvCxnSpPr>
              <a:cxnSpLocks/>
              <a:stCxn id="194" idx="6"/>
            </p:cNvCxnSpPr>
            <p:nvPr/>
          </p:nvCxnSpPr>
          <p:spPr>
            <a:xfrm>
              <a:off x="8971716" y="4083218"/>
              <a:ext cx="131998" cy="125582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直接箭头连接符 200">
              <a:extLst>
                <a:ext uri="{FF2B5EF4-FFF2-40B4-BE49-F238E27FC236}">
                  <a16:creationId xmlns:a16="http://schemas.microsoft.com/office/drawing/2014/main" id="{C6E9C081-5F51-6852-0988-48753ABBC0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73127" y="3964216"/>
              <a:ext cx="128451" cy="118408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箭头连接符 201">
              <a:extLst>
                <a:ext uri="{FF2B5EF4-FFF2-40B4-BE49-F238E27FC236}">
                  <a16:creationId xmlns:a16="http://schemas.microsoft.com/office/drawing/2014/main" id="{19835C8F-BAB1-FFF0-41BB-DAB547F315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71412" y="4208800"/>
              <a:ext cx="134024" cy="111938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接箭头连接符 202">
              <a:extLst>
                <a:ext uri="{FF2B5EF4-FFF2-40B4-BE49-F238E27FC236}">
                  <a16:creationId xmlns:a16="http://schemas.microsoft.com/office/drawing/2014/main" id="{14FD7DA3-5A08-71F6-9AB0-D5E29A88D4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70260" y="3967931"/>
              <a:ext cx="133454" cy="350995"/>
            </a:xfrm>
            <a:prstGeom prst="straightConnector1">
              <a:avLst/>
            </a:prstGeom>
            <a:ln w="15875">
              <a:solidFill>
                <a:srgbClr val="A1A1A3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4" name="椭圆 203">
              <a:extLst>
                <a:ext uri="{FF2B5EF4-FFF2-40B4-BE49-F238E27FC236}">
                  <a16:creationId xmlns:a16="http://schemas.microsoft.com/office/drawing/2014/main" id="{C3DA39ED-56A2-66B3-EEAD-01AA3DB63D89}"/>
                </a:ext>
              </a:extLst>
            </p:cNvPr>
            <p:cNvSpPr/>
            <p:nvPr/>
          </p:nvSpPr>
          <p:spPr>
            <a:xfrm>
              <a:off x="9354394" y="4001232"/>
              <a:ext cx="158644" cy="161646"/>
            </a:xfrm>
            <a:prstGeom prst="ellipse">
              <a:avLst/>
            </a:prstGeom>
            <a:noFill/>
            <a:ln w="15875">
              <a:solidFill>
                <a:srgbClr val="A1A1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5"/>
            </a:p>
          </p:txBody>
        </p:sp>
        <p:cxnSp>
          <p:nvCxnSpPr>
            <p:cNvPr id="205" name="直接连接符 204">
              <a:extLst>
                <a:ext uri="{FF2B5EF4-FFF2-40B4-BE49-F238E27FC236}">
                  <a16:creationId xmlns:a16="http://schemas.microsoft.com/office/drawing/2014/main" id="{663462BB-BDBC-B7CE-F301-8584C4A3D0DA}"/>
                </a:ext>
              </a:extLst>
            </p:cNvPr>
            <p:cNvCxnSpPr>
              <a:cxnSpLocks/>
              <a:stCxn id="196" idx="6"/>
              <a:endCxn id="204" idx="2"/>
            </p:cNvCxnSpPr>
            <p:nvPr/>
          </p:nvCxnSpPr>
          <p:spPr>
            <a:xfrm>
              <a:off x="9265616" y="3972659"/>
              <a:ext cx="88778" cy="109397"/>
            </a:xfrm>
            <a:prstGeom prst="line">
              <a:avLst/>
            </a:prstGeom>
            <a:ln w="15875">
              <a:solidFill>
                <a:srgbClr val="A1A1A3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53766B22-0940-FAC0-C3FD-A64006635A0F}"/>
                </a:ext>
              </a:extLst>
            </p:cNvPr>
            <p:cNvCxnSpPr>
              <a:cxnSpLocks/>
              <a:stCxn id="197" idx="6"/>
              <a:endCxn id="204" idx="2"/>
            </p:cNvCxnSpPr>
            <p:nvPr/>
          </p:nvCxnSpPr>
          <p:spPr>
            <a:xfrm flipV="1">
              <a:off x="9265616" y="4082055"/>
              <a:ext cx="88778" cy="127358"/>
            </a:xfrm>
            <a:prstGeom prst="line">
              <a:avLst/>
            </a:prstGeom>
            <a:ln w="15875">
              <a:solidFill>
                <a:srgbClr val="A1A1A3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04E9ACC4-CCC2-4F4E-4A61-501BD01F2534}"/>
                  </a:ext>
                </a:extLst>
              </p:cNvPr>
              <p:cNvSpPr txBox="1"/>
              <p:nvPr/>
            </p:nvSpPr>
            <p:spPr>
              <a:xfrm>
                <a:off x="3960472" y="4122184"/>
                <a:ext cx="394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04E9ACC4-CCC2-4F4E-4A61-501BD01F2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0472" y="4122184"/>
                <a:ext cx="394967" cy="338554"/>
              </a:xfrm>
              <a:prstGeom prst="rect">
                <a:avLst/>
              </a:prstGeom>
              <a:blipFill>
                <a:blip r:embed="rId19"/>
                <a:stretch>
                  <a:fillRect r="-265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FC436570-5F56-1378-F0D8-1955DF987DBA}"/>
                  </a:ext>
                </a:extLst>
              </p:cNvPr>
              <p:cNvSpPr txBox="1"/>
              <p:nvPr/>
            </p:nvSpPr>
            <p:spPr>
              <a:xfrm>
                <a:off x="3297355" y="4119271"/>
                <a:ext cx="394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CN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FC436570-5F56-1378-F0D8-1955DF987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355" y="4119271"/>
                <a:ext cx="394967" cy="338554"/>
              </a:xfrm>
              <a:prstGeom prst="rect">
                <a:avLst/>
              </a:prstGeom>
              <a:blipFill>
                <a:blip r:embed="rId20"/>
                <a:stretch>
                  <a:fillRect r="-26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4460EDED-5658-77C1-52A0-78679CA56165}"/>
                  </a:ext>
                </a:extLst>
              </p:cNvPr>
              <p:cNvSpPr txBox="1"/>
              <p:nvPr/>
            </p:nvSpPr>
            <p:spPr>
              <a:xfrm>
                <a:off x="4319322" y="3497432"/>
                <a:ext cx="705715" cy="3633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𝑔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4460EDED-5658-77C1-52A0-78679CA561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9322" y="3497432"/>
                <a:ext cx="705715" cy="363369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F978973C-BACA-CB83-A167-467E08961E47}"/>
                  </a:ext>
                </a:extLst>
              </p:cNvPr>
              <p:cNvSpPr txBox="1"/>
              <p:nvPr/>
            </p:nvSpPr>
            <p:spPr>
              <a:xfrm>
                <a:off x="4395720" y="2391019"/>
                <a:ext cx="705715" cy="329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𝑔</m:t>
                          </m:r>
                        </m:sup>
                      </m:sSubSup>
                    </m:oMath>
                  </m:oMathPara>
                </a14:m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F978973C-BACA-CB83-A167-467E08961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5720" y="2391019"/>
                <a:ext cx="705715" cy="32951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文本框 77">
                <a:extLst>
                  <a:ext uri="{FF2B5EF4-FFF2-40B4-BE49-F238E27FC236}">
                    <a16:creationId xmlns:a16="http://schemas.microsoft.com/office/drawing/2014/main" id="{684AD38F-E44C-BA15-376C-C37E52F2C772}"/>
                  </a:ext>
                </a:extLst>
              </p:cNvPr>
              <p:cNvSpPr txBox="1"/>
              <p:nvPr/>
            </p:nvSpPr>
            <p:spPr>
              <a:xfrm>
                <a:off x="4395720" y="1885111"/>
                <a:ext cx="705715" cy="361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8" name="文本框 77">
                <a:extLst>
                  <a:ext uri="{FF2B5EF4-FFF2-40B4-BE49-F238E27FC236}">
                    <a16:creationId xmlns:a16="http://schemas.microsoft.com/office/drawing/2014/main" id="{684AD38F-E44C-BA15-376C-C37E52F2C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5720" y="1885111"/>
                <a:ext cx="705715" cy="36183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BB8223CD-908F-A76F-93FB-850814DC2B1B}"/>
                  </a:ext>
                </a:extLst>
              </p:cNvPr>
              <p:cNvSpPr txBox="1"/>
              <p:nvPr/>
            </p:nvSpPr>
            <p:spPr>
              <a:xfrm>
                <a:off x="4357716" y="1385436"/>
                <a:ext cx="7057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sup>
                      </m:sSub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BB8223CD-908F-A76F-93FB-850814DC2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7716" y="1385436"/>
                <a:ext cx="705715" cy="33855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1" name="箭头: 右 210">
            <a:extLst>
              <a:ext uri="{FF2B5EF4-FFF2-40B4-BE49-F238E27FC236}">
                <a16:creationId xmlns:a16="http://schemas.microsoft.com/office/drawing/2014/main" id="{60590D14-C2A6-4E4D-944F-818FC9398AFB}"/>
              </a:ext>
            </a:extLst>
          </p:cNvPr>
          <p:cNvSpPr/>
          <p:nvPr/>
        </p:nvSpPr>
        <p:spPr>
          <a:xfrm>
            <a:off x="5492170" y="1959076"/>
            <a:ext cx="298791" cy="152968"/>
          </a:xfrm>
          <a:prstGeom prst="rightArrow">
            <a:avLst>
              <a:gd name="adj1" fmla="val 30330"/>
              <a:gd name="adj2" fmla="val 40622"/>
            </a:avLst>
          </a:prstGeom>
          <a:solidFill>
            <a:srgbClr val="7E80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箭头: 右 212">
            <a:extLst>
              <a:ext uri="{FF2B5EF4-FFF2-40B4-BE49-F238E27FC236}">
                <a16:creationId xmlns:a16="http://schemas.microsoft.com/office/drawing/2014/main" id="{0077686E-F205-7F4E-E6C2-24D95B850812}"/>
              </a:ext>
            </a:extLst>
          </p:cNvPr>
          <p:cNvSpPr/>
          <p:nvPr/>
        </p:nvSpPr>
        <p:spPr>
          <a:xfrm>
            <a:off x="5468267" y="3926178"/>
            <a:ext cx="298791" cy="152968"/>
          </a:xfrm>
          <a:prstGeom prst="rightArrow">
            <a:avLst>
              <a:gd name="adj1" fmla="val 30330"/>
              <a:gd name="adj2" fmla="val 40622"/>
            </a:avLst>
          </a:prstGeom>
          <a:solidFill>
            <a:srgbClr val="7E80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90E7C9CC-8787-0EFA-AEC1-7B968195A39B}"/>
              </a:ext>
            </a:extLst>
          </p:cNvPr>
          <p:cNvSpPr txBox="1"/>
          <p:nvPr/>
        </p:nvSpPr>
        <p:spPr>
          <a:xfrm>
            <a:off x="5865152" y="1588671"/>
            <a:ext cx="7269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</a:t>
            </a:r>
            <a:endParaRPr lang="zh-CN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80349069-E54D-CB11-BC2F-F1CC1C13F90A}"/>
              </a:ext>
            </a:extLst>
          </p:cNvPr>
          <p:cNvSpPr txBox="1"/>
          <p:nvPr/>
        </p:nvSpPr>
        <p:spPr>
          <a:xfrm>
            <a:off x="3271525" y="3544722"/>
            <a:ext cx="12179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Motion target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EADFA1D9-F484-FF67-8A91-649FFA944D54}"/>
              </a:ext>
            </a:extLst>
          </p:cNvPr>
          <p:cNvSpPr txBox="1"/>
          <p:nvPr/>
        </p:nvSpPr>
        <p:spPr>
          <a:xfrm>
            <a:off x="3279086" y="2387508"/>
            <a:ext cx="1225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Motion target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F03AA817-46AD-2232-3F61-8AA484ADD531}"/>
              </a:ext>
            </a:extLst>
          </p:cNvPr>
          <p:cNvSpPr txBox="1"/>
          <p:nvPr/>
        </p:nvSpPr>
        <p:spPr>
          <a:xfrm>
            <a:off x="3268652" y="1901524"/>
            <a:ext cx="12754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Proprioception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文本框 216">
            <a:extLst>
              <a:ext uri="{FF2B5EF4-FFF2-40B4-BE49-F238E27FC236}">
                <a16:creationId xmlns:a16="http://schemas.microsoft.com/office/drawing/2014/main" id="{A0453BFF-09C3-B127-368A-B14BA3133331}"/>
              </a:ext>
            </a:extLst>
          </p:cNvPr>
          <p:cNvSpPr txBox="1"/>
          <p:nvPr/>
        </p:nvSpPr>
        <p:spPr>
          <a:xfrm>
            <a:off x="3280980" y="1350133"/>
            <a:ext cx="1150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Privileged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本框 233">
                <a:extLst>
                  <a:ext uri="{FF2B5EF4-FFF2-40B4-BE49-F238E27FC236}">
                    <a16:creationId xmlns:a16="http://schemas.microsoft.com/office/drawing/2014/main" id="{576BEAD6-C9D4-14C9-A416-1FE636AB88FF}"/>
                  </a:ext>
                </a:extLst>
              </p:cNvPr>
              <p:cNvSpPr txBox="1"/>
              <p:nvPr/>
            </p:nvSpPr>
            <p:spPr>
              <a:xfrm>
                <a:off x="6305593" y="2456392"/>
                <a:ext cx="9503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 (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</m:oMath>
                </a14:m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4" name="文本框 233">
                <a:extLst>
                  <a:ext uri="{FF2B5EF4-FFF2-40B4-BE49-F238E27FC236}">
                    <a16:creationId xmlns:a16="http://schemas.microsoft.com/office/drawing/2014/main" id="{576BEAD6-C9D4-14C9-A416-1FE636AB8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93" y="2456392"/>
                <a:ext cx="950379" cy="307777"/>
              </a:xfrm>
              <a:prstGeom prst="rect">
                <a:avLst/>
              </a:prstGeom>
              <a:blipFill>
                <a:blip r:embed="rId25"/>
                <a:stretch>
                  <a:fillRect l="-1923"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8" name="矩形 247">
            <a:extLst>
              <a:ext uri="{FF2B5EF4-FFF2-40B4-BE49-F238E27FC236}">
                <a16:creationId xmlns:a16="http://schemas.microsoft.com/office/drawing/2014/main" id="{F6861C2A-9B5E-34A9-34C8-3DDD78559773}"/>
              </a:ext>
            </a:extLst>
          </p:cNvPr>
          <p:cNvSpPr/>
          <p:nvPr/>
        </p:nvSpPr>
        <p:spPr>
          <a:xfrm>
            <a:off x="8368781" y="779952"/>
            <a:ext cx="3264330" cy="4000691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6A6E3394-98B2-EB08-75F1-C4B59ED19F70}"/>
              </a:ext>
            </a:extLst>
          </p:cNvPr>
          <p:cNvSpPr/>
          <p:nvPr/>
        </p:nvSpPr>
        <p:spPr>
          <a:xfrm>
            <a:off x="8445160" y="1094330"/>
            <a:ext cx="3119034" cy="3661719"/>
          </a:xfrm>
          <a:prstGeom prst="rect">
            <a:avLst/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237" name="图片 236">
            <a:extLst>
              <a:ext uri="{FF2B5EF4-FFF2-40B4-BE49-F238E27FC236}">
                <a16:creationId xmlns:a16="http://schemas.microsoft.com/office/drawing/2014/main" id="{D464634B-963E-4EE0-2BFB-A28A375B3DB4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27" t="18003" r="33023" b="18811"/>
          <a:stretch>
            <a:fillRect/>
          </a:stretch>
        </p:blipFill>
        <p:spPr>
          <a:xfrm>
            <a:off x="8529273" y="1269507"/>
            <a:ext cx="957841" cy="1709747"/>
          </a:xfrm>
          <a:prstGeom prst="rect">
            <a:avLst/>
          </a:prstGeom>
        </p:spPr>
      </p:pic>
      <p:pic>
        <p:nvPicPr>
          <p:cNvPr id="246" name="图片 245">
            <a:extLst>
              <a:ext uri="{FF2B5EF4-FFF2-40B4-BE49-F238E27FC236}">
                <a16:creationId xmlns:a16="http://schemas.microsoft.com/office/drawing/2014/main" id="{5CAB798A-8655-0833-3EA7-AFCED7A74CFF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872" t="16254" r="59326" b="10843"/>
          <a:stretch>
            <a:fillRect/>
          </a:stretch>
        </p:blipFill>
        <p:spPr>
          <a:xfrm>
            <a:off x="10587423" y="1269507"/>
            <a:ext cx="879634" cy="1709747"/>
          </a:xfrm>
          <a:prstGeom prst="rect">
            <a:avLst/>
          </a:prstGeom>
        </p:spPr>
      </p:pic>
      <p:pic>
        <p:nvPicPr>
          <p:cNvPr id="244" name="图片 243">
            <a:extLst>
              <a:ext uri="{FF2B5EF4-FFF2-40B4-BE49-F238E27FC236}">
                <a16:creationId xmlns:a16="http://schemas.microsoft.com/office/drawing/2014/main" id="{1C7E2908-4EA0-1EBD-48D8-4B09B63D84DB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49" t="15383" r="32863" b="21624"/>
          <a:stretch>
            <a:fillRect/>
          </a:stretch>
        </p:blipFill>
        <p:spPr>
          <a:xfrm>
            <a:off x="9557962" y="1269507"/>
            <a:ext cx="966201" cy="1709747"/>
          </a:xfrm>
          <a:prstGeom prst="rect">
            <a:avLst/>
          </a:prstGeom>
        </p:spPr>
      </p:pic>
      <p:pic>
        <p:nvPicPr>
          <p:cNvPr id="242" name="图片 241">
            <a:extLst>
              <a:ext uri="{FF2B5EF4-FFF2-40B4-BE49-F238E27FC236}">
                <a16:creationId xmlns:a16="http://schemas.microsoft.com/office/drawing/2014/main" id="{FF51AC7D-9445-26C9-D499-F7AFD82AE37D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93" t="18678" r="26027" b="20572"/>
          <a:stretch>
            <a:fillRect/>
          </a:stretch>
        </p:blipFill>
        <p:spPr>
          <a:xfrm>
            <a:off x="8533940" y="3037186"/>
            <a:ext cx="957840" cy="1635215"/>
          </a:xfrm>
          <a:prstGeom prst="rect">
            <a:avLst/>
          </a:prstGeom>
        </p:spPr>
      </p:pic>
      <p:pic>
        <p:nvPicPr>
          <p:cNvPr id="250" name="图片 249">
            <a:extLst>
              <a:ext uri="{FF2B5EF4-FFF2-40B4-BE49-F238E27FC236}">
                <a16:creationId xmlns:a16="http://schemas.microsoft.com/office/drawing/2014/main" id="{68889116-53E2-0133-7B47-B46400041FD8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84" t="16902" r="33674" b="22182"/>
          <a:stretch>
            <a:fillRect/>
          </a:stretch>
        </p:blipFill>
        <p:spPr>
          <a:xfrm>
            <a:off x="10587424" y="3037186"/>
            <a:ext cx="879634" cy="1635215"/>
          </a:xfrm>
          <a:prstGeom prst="rect">
            <a:avLst/>
          </a:prstGeom>
        </p:spPr>
      </p:pic>
      <p:pic>
        <p:nvPicPr>
          <p:cNvPr id="252" name="图片 251">
            <a:extLst>
              <a:ext uri="{FF2B5EF4-FFF2-40B4-BE49-F238E27FC236}">
                <a16:creationId xmlns:a16="http://schemas.microsoft.com/office/drawing/2014/main" id="{C2CD12B6-B566-7617-1D4D-B007B08C1B79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720" t="15262" r="44140" b="18168"/>
          <a:stretch>
            <a:fillRect/>
          </a:stretch>
        </p:blipFill>
        <p:spPr>
          <a:xfrm>
            <a:off x="9555041" y="3037186"/>
            <a:ext cx="969123" cy="1635216"/>
          </a:xfrm>
          <a:prstGeom prst="rect">
            <a:avLst/>
          </a:prstGeom>
        </p:spPr>
      </p:pic>
      <p:sp>
        <p:nvSpPr>
          <p:cNvPr id="253" name="文本框 252">
            <a:extLst>
              <a:ext uri="{FF2B5EF4-FFF2-40B4-BE49-F238E27FC236}">
                <a16:creationId xmlns:a16="http://schemas.microsoft.com/office/drawing/2014/main" id="{4FE1871A-9B47-1178-82D5-60B5B14B99CC}"/>
              </a:ext>
            </a:extLst>
          </p:cNvPr>
          <p:cNvSpPr txBox="1"/>
          <p:nvPr/>
        </p:nvSpPr>
        <p:spPr>
          <a:xfrm>
            <a:off x="8317981" y="712893"/>
            <a:ext cx="18262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Simulation env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DF15ED8D-4239-5AF3-BE2A-9BD790396736}"/>
              </a:ext>
            </a:extLst>
          </p:cNvPr>
          <p:cNvSpPr txBox="1"/>
          <p:nvPr/>
        </p:nvSpPr>
        <p:spPr>
          <a:xfrm>
            <a:off x="656183" y="712893"/>
            <a:ext cx="17223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Retargeting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68F1CB19-8B0A-F6D6-7535-6D19B1C9EB82}"/>
              </a:ext>
            </a:extLst>
          </p:cNvPr>
          <p:cNvSpPr txBox="1"/>
          <p:nvPr/>
        </p:nvSpPr>
        <p:spPr>
          <a:xfrm>
            <a:off x="3141659" y="707356"/>
            <a:ext cx="2086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Policy training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1" name="直接箭头连接符 260">
            <a:extLst>
              <a:ext uri="{FF2B5EF4-FFF2-40B4-BE49-F238E27FC236}">
                <a16:creationId xmlns:a16="http://schemas.microsoft.com/office/drawing/2014/main" id="{A67BC432-2BD3-39B4-4C99-A433368F19ED}"/>
              </a:ext>
            </a:extLst>
          </p:cNvPr>
          <p:cNvCxnSpPr>
            <a:cxnSpLocks/>
          </p:cNvCxnSpPr>
          <p:nvPr/>
        </p:nvCxnSpPr>
        <p:spPr>
          <a:xfrm>
            <a:off x="2683835" y="3698610"/>
            <a:ext cx="613520" cy="0"/>
          </a:xfrm>
          <a:prstGeom prst="straightConnector1">
            <a:avLst/>
          </a:prstGeom>
          <a:ln w="28575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箭头: 右 270">
            <a:extLst>
              <a:ext uri="{FF2B5EF4-FFF2-40B4-BE49-F238E27FC236}">
                <a16:creationId xmlns:a16="http://schemas.microsoft.com/office/drawing/2014/main" id="{F7FCBBC9-B6E0-982D-786F-E286ACAA2B33}"/>
              </a:ext>
            </a:extLst>
          </p:cNvPr>
          <p:cNvSpPr/>
          <p:nvPr/>
        </p:nvSpPr>
        <p:spPr>
          <a:xfrm rot="5400000">
            <a:off x="1452307" y="3001879"/>
            <a:ext cx="345898" cy="95248"/>
          </a:xfrm>
          <a:prstGeom prst="rightArrow">
            <a:avLst>
              <a:gd name="adj1" fmla="val 30330"/>
              <a:gd name="adj2" fmla="val 85895"/>
            </a:avLst>
          </a:prstGeom>
          <a:solidFill>
            <a:srgbClr val="C9C9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84" name="连接符: 肘形 283">
            <a:extLst>
              <a:ext uri="{FF2B5EF4-FFF2-40B4-BE49-F238E27FC236}">
                <a16:creationId xmlns:a16="http://schemas.microsoft.com/office/drawing/2014/main" id="{6CF2177E-D81A-6B33-7661-0BFED7BE91C2}"/>
              </a:ext>
            </a:extLst>
          </p:cNvPr>
          <p:cNvCxnSpPr>
            <a:cxnSpLocks/>
            <a:endCxn id="176" idx="1"/>
          </p:cNvCxnSpPr>
          <p:nvPr/>
        </p:nvCxnSpPr>
        <p:spPr>
          <a:xfrm rot="10800000" flipV="1">
            <a:off x="6336588" y="1207438"/>
            <a:ext cx="2095552" cy="469535"/>
          </a:xfrm>
          <a:prstGeom prst="bentConnector2">
            <a:avLst/>
          </a:prstGeom>
          <a:ln w="12700">
            <a:solidFill>
              <a:srgbClr val="3F6FC4"/>
            </a:solidFill>
            <a:prstDash val="dash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连接符: 肘形 291">
            <a:extLst>
              <a:ext uri="{FF2B5EF4-FFF2-40B4-BE49-F238E27FC236}">
                <a16:creationId xmlns:a16="http://schemas.microsoft.com/office/drawing/2014/main" id="{D2AED343-F9FB-2BF2-C1EC-9DDC41B3750E}"/>
              </a:ext>
            </a:extLst>
          </p:cNvPr>
          <p:cNvCxnSpPr>
            <a:cxnSpLocks/>
          </p:cNvCxnSpPr>
          <p:nvPr/>
        </p:nvCxnSpPr>
        <p:spPr>
          <a:xfrm rot="10800000">
            <a:off x="4640814" y="4566596"/>
            <a:ext cx="3759956" cy="166855"/>
          </a:xfrm>
          <a:prstGeom prst="bentConnector3">
            <a:avLst>
              <a:gd name="adj1" fmla="val 99990"/>
            </a:avLst>
          </a:prstGeom>
          <a:ln w="12700">
            <a:solidFill>
              <a:schemeClr val="accent6"/>
            </a:solidFill>
            <a:prstDash val="dash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箭头连接符 293">
            <a:extLst>
              <a:ext uri="{FF2B5EF4-FFF2-40B4-BE49-F238E27FC236}">
                <a16:creationId xmlns:a16="http://schemas.microsoft.com/office/drawing/2014/main" id="{5E35E058-F008-9214-EBA9-5A81C12B0740}"/>
              </a:ext>
            </a:extLst>
          </p:cNvPr>
          <p:cNvCxnSpPr>
            <a:cxnSpLocks/>
          </p:cNvCxnSpPr>
          <p:nvPr/>
        </p:nvCxnSpPr>
        <p:spPr>
          <a:xfrm>
            <a:off x="6301348" y="2456392"/>
            <a:ext cx="0" cy="1118407"/>
          </a:xfrm>
          <a:prstGeom prst="straightConnector1">
            <a:avLst/>
          </a:prstGeom>
          <a:ln w="28575">
            <a:solidFill>
              <a:srgbClr val="C9C9C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连接符: 肘形 311">
            <a:extLst>
              <a:ext uri="{FF2B5EF4-FFF2-40B4-BE49-F238E27FC236}">
                <a16:creationId xmlns:a16="http://schemas.microsoft.com/office/drawing/2014/main" id="{B79CFAB7-21A3-1D17-EB6A-AF425DAF4C9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564692" y="2924457"/>
            <a:ext cx="1132516" cy="399187"/>
          </a:xfrm>
          <a:prstGeom prst="bentConnector3">
            <a:avLst>
              <a:gd name="adj1" fmla="val 100463"/>
            </a:avLst>
          </a:prstGeom>
          <a:ln w="28575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42E32A32-9A23-5316-9699-51F4D1233231}"/>
                  </a:ext>
                </a:extLst>
              </p:cNvPr>
              <p:cNvSpPr txBox="1"/>
              <p:nvPr/>
            </p:nvSpPr>
            <p:spPr>
              <a:xfrm>
                <a:off x="6825087" y="1195984"/>
                <a:ext cx="95037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Reward (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𝑟</m:t>
                    </m:r>
                  </m:oMath>
                </a14:m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42E32A32-9A23-5316-9699-51F4D1233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5087" y="1195984"/>
                <a:ext cx="950379" cy="307777"/>
              </a:xfrm>
              <a:prstGeom prst="rect">
                <a:avLst/>
              </a:prstGeom>
              <a:blipFill>
                <a:blip r:embed="rId32"/>
                <a:stretch>
                  <a:fillRect l="-1923" t="-3922" r="-7692" b="-196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文本框 323">
            <a:extLst>
              <a:ext uri="{FF2B5EF4-FFF2-40B4-BE49-F238E27FC236}">
                <a16:creationId xmlns:a16="http://schemas.microsoft.com/office/drawing/2014/main" id="{1A44BDB7-1514-6892-0876-35437460B7DA}"/>
              </a:ext>
            </a:extLst>
          </p:cNvPr>
          <p:cNvSpPr txBox="1"/>
          <p:nvPr/>
        </p:nvSpPr>
        <p:spPr>
          <a:xfrm>
            <a:off x="3238666" y="4560033"/>
            <a:ext cx="14598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Past observation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5" name="直接箭头连接符 324">
            <a:extLst>
              <a:ext uri="{FF2B5EF4-FFF2-40B4-BE49-F238E27FC236}">
                <a16:creationId xmlns:a16="http://schemas.microsoft.com/office/drawing/2014/main" id="{814CDD1B-61E0-B9C4-1456-8134A911089C}"/>
              </a:ext>
            </a:extLst>
          </p:cNvPr>
          <p:cNvCxnSpPr>
            <a:cxnSpLocks/>
          </p:cNvCxnSpPr>
          <p:nvPr/>
        </p:nvCxnSpPr>
        <p:spPr>
          <a:xfrm>
            <a:off x="7707026" y="3981450"/>
            <a:ext cx="725114" cy="0"/>
          </a:xfrm>
          <a:prstGeom prst="straightConnector1">
            <a:avLst/>
          </a:prstGeom>
          <a:ln w="28575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箭头连接符 326">
            <a:extLst>
              <a:ext uri="{FF2B5EF4-FFF2-40B4-BE49-F238E27FC236}">
                <a16:creationId xmlns:a16="http://schemas.microsoft.com/office/drawing/2014/main" id="{29A778AB-3BAC-154A-9546-972DB75333CD}"/>
              </a:ext>
            </a:extLst>
          </p:cNvPr>
          <p:cNvCxnSpPr>
            <a:cxnSpLocks/>
          </p:cNvCxnSpPr>
          <p:nvPr/>
        </p:nvCxnSpPr>
        <p:spPr>
          <a:xfrm>
            <a:off x="6854126" y="3993757"/>
            <a:ext cx="519494" cy="0"/>
          </a:xfrm>
          <a:prstGeom prst="straightConnector1">
            <a:avLst/>
          </a:prstGeom>
          <a:ln w="28575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0" name="文本框 329">
                <a:extLst>
                  <a:ext uri="{FF2B5EF4-FFF2-40B4-BE49-F238E27FC236}">
                    <a16:creationId xmlns:a16="http://schemas.microsoft.com/office/drawing/2014/main" id="{822E8092-4B84-08CC-2C24-2254092371A2}"/>
                  </a:ext>
                </a:extLst>
              </p:cNvPr>
              <p:cNvSpPr txBox="1"/>
              <p:nvPr/>
            </p:nvSpPr>
            <p:spPr>
              <a:xfrm>
                <a:off x="7229063" y="3789506"/>
                <a:ext cx="62352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330" name="文本框 329">
                <a:extLst>
                  <a:ext uri="{FF2B5EF4-FFF2-40B4-BE49-F238E27FC236}">
                    <a16:creationId xmlns:a16="http://schemas.microsoft.com/office/drawing/2014/main" id="{822E8092-4B84-08CC-2C24-2254092371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063" y="3789506"/>
                <a:ext cx="623523" cy="33855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9358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1180</TotalTime>
  <Words>41</Words>
  <Application>Microsoft Office PowerPoint</Application>
  <PresentationFormat>宽屏</PresentationFormat>
  <Paragraphs>21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空 天</dc:creator>
  <cp:lastModifiedBy>空 天</cp:lastModifiedBy>
  <cp:revision>30</cp:revision>
  <dcterms:created xsi:type="dcterms:W3CDTF">2026-03-03T10:24:55Z</dcterms:created>
  <dcterms:modified xsi:type="dcterms:W3CDTF">2026-03-04T06:05:27Z</dcterms:modified>
</cp:coreProperties>
</file>