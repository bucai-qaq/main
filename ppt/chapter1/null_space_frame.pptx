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C91"/>
    <a:srgbClr val="DFDFE3"/>
    <a:srgbClr val="D9D8DD"/>
    <a:srgbClr val="DAE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2E950-E0B9-9155-7124-1D0445386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C5074C-53A3-CE66-52D1-EBAA16D55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19A270-3681-4C62-BF77-A94358C7A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5634A-2447-50DF-A0DB-741F074E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61C10F-9893-965F-F4A5-E7E5D3C4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00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28A7E-572B-EBDE-4293-BB58FCC2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F6D391-0108-6B7C-6DAB-4BF7FB7F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B54ED2-DDEB-DA05-B3D1-BE83BF3D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14B881-3511-689D-06F6-4DFEBA53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B5AAEB-FAA6-7EAD-552D-70A87003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99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2F221-A867-4A1B-12E3-A9D155548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878127-949E-D189-9413-9D274D1A6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4AD682-5A32-60A5-CEA5-3CF473328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21746C-87D5-FB9E-DD36-9B302182B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D47C3-D86E-3B53-06EA-186DAA7F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00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B9D0A-7748-DA00-DB41-AB6A307D9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BCFC60-19E3-BCFC-AE48-F1A2F7B97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4EBD7F-364B-3A92-D44B-F603C3D18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2C08FA-DC26-4DFF-D167-8A0E58E4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6E719A-C27E-79CE-AFB2-E41BEABFF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FD0656-9C94-16FF-C179-F407836A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14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783E8-F8DC-552B-A551-CD472B45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44B6DF-5A30-B1F5-8E1A-F72257A7D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71C94B-59C3-FF16-1193-BF9BCF0E0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D8FBC9-51CE-89D1-7DDA-D5F84326A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8D4260-4446-C313-D1D3-93589E71C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75ADB9-9BDB-C21D-5185-46E5B64A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76B800-A0BE-DCB4-C066-0198755F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893E63-5E0F-2163-93B9-5CAC8383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33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BA87A-30C7-5FCD-1DF4-6D3CAEA4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EBEF8-150E-159B-5668-6AFB56BE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994916-06EF-E982-F67D-16F725F0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E99443-BBD3-08AE-273B-81BD7E9D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38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C57488-A964-9E62-26EF-C401B81E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9785E7-C980-9A3D-E9BF-586CDAD2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A1F7DE-4679-BACF-6187-2D4807D2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59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5922D-364B-EC86-1D2A-89CAAB7E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43DF18-E1D5-5D34-3832-3418A54A8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FB4A65-791F-492B-7E34-93E923B41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37D00A-DFA4-5968-A468-84E6086F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56DC3-FBC9-7023-162B-B215F2CC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0CF4E0-9AC6-6971-FFEC-7205D6F57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12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AD4C8-AA56-FBFC-CDF7-35D17681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610B56-DCFD-A05F-04E5-EB795231E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8610E9-D450-1926-B8D5-785916AE4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702123-CA92-8ED4-8A37-5CFEFA0A3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34A0EE-5AE4-C790-76C5-D00978FC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9B21B4-C312-7F72-C3B4-0DE6010B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50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27039-2806-3D22-84B3-0191AE86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5B42F6-879B-F117-4C42-93111481B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560147-9068-EC0B-B05E-1ACAF49F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CF275D-6835-F313-F218-DBD579869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071A86-4417-2BDF-CAAE-42A412C24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18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0AE606-604E-2736-B968-78EE64F21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430BBB-39CC-2B6B-3D04-8599DB640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C5AB5E-34EE-D79B-14DE-79A08277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C0C3C5-B0B9-AEC2-C086-7211FAF0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15E420-5223-AB06-A393-9590E562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86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A73DFF-49ED-CBA4-83AB-BE8D8810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2FC769-4B7E-A134-BC09-8E3E910B4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CA5638-5096-4CBD-3438-921342358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B039-6F16-4B65-9C16-7779A92B07E1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085A24-C9CD-1880-61DB-70CE841E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2D549D-3B24-A415-1081-1D7FBDC36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CDEF8-9820-467F-B07A-9D285201F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35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D0BB176E-835F-11EB-3D75-D74981BFC172}"/>
              </a:ext>
            </a:extLst>
          </p:cNvPr>
          <p:cNvGrpSpPr/>
          <p:nvPr/>
        </p:nvGrpSpPr>
        <p:grpSpPr>
          <a:xfrm>
            <a:off x="3487414" y="1053527"/>
            <a:ext cx="2674620" cy="720090"/>
            <a:chOff x="1268730" y="502920"/>
            <a:chExt cx="2674620" cy="720090"/>
          </a:xfrm>
        </p:grpSpPr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03225BE1-4623-7321-635F-BDED77E69BB2}"/>
                </a:ext>
              </a:extLst>
            </p:cNvPr>
            <p:cNvSpPr/>
            <p:nvPr/>
          </p:nvSpPr>
          <p:spPr>
            <a:xfrm flipV="1">
              <a:off x="1268730" y="754380"/>
              <a:ext cx="2674620" cy="468630"/>
            </a:xfrm>
            <a:prstGeom prst="round2SameRect">
              <a:avLst>
                <a:gd name="adj1" fmla="val 18811"/>
                <a:gd name="adj2" fmla="val 0"/>
              </a:avLst>
            </a:prstGeom>
            <a:solidFill>
              <a:srgbClr val="DAE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702D31BA-806C-2E1F-2F9B-BEC38B663868}"/>
                </a:ext>
              </a:extLst>
            </p:cNvPr>
            <p:cNvSpPr/>
            <p:nvPr/>
          </p:nvSpPr>
          <p:spPr>
            <a:xfrm>
              <a:off x="1268730" y="502920"/>
              <a:ext cx="2674620" cy="251460"/>
            </a:xfrm>
            <a:prstGeom prst="round2SameRect">
              <a:avLst>
                <a:gd name="adj1" fmla="val 31819"/>
                <a:gd name="adj2" fmla="val 0"/>
              </a:avLst>
            </a:prstGeom>
            <a:solidFill>
              <a:srgbClr val="DFDF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C5D6C20-3F1D-D9D5-C1C4-17707C8F3361}"/>
                </a:ext>
              </a:extLst>
            </p:cNvPr>
            <p:cNvSpPr/>
            <p:nvPr/>
          </p:nvSpPr>
          <p:spPr>
            <a:xfrm>
              <a:off x="1268730" y="502920"/>
              <a:ext cx="2674620" cy="720090"/>
            </a:xfrm>
            <a:prstGeom prst="roundRect">
              <a:avLst>
                <a:gd name="adj" fmla="val 873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EE79FD4-2086-3A03-0ACD-70C9360E1D20}"/>
                </a:ext>
              </a:extLst>
            </p:cNvPr>
            <p:cNvCxnSpPr>
              <a:cxnSpLocks/>
            </p:cNvCxnSpPr>
            <p:nvPr/>
          </p:nvCxnSpPr>
          <p:spPr>
            <a:xfrm>
              <a:off x="1268730" y="754380"/>
              <a:ext cx="267462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68793E4-69FD-38E6-1457-18E5421629C4}"/>
              </a:ext>
            </a:extLst>
          </p:cNvPr>
          <p:cNvSpPr txBox="1"/>
          <p:nvPr/>
        </p:nvSpPr>
        <p:spPr>
          <a:xfrm>
            <a:off x="3487414" y="1053526"/>
            <a:ext cx="2674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约束层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29F585-8B0C-5958-AFEB-2F27F202C6B8}"/>
              </a:ext>
            </a:extLst>
          </p:cNvPr>
          <p:cNvSpPr txBox="1"/>
          <p:nvPr/>
        </p:nvSpPr>
        <p:spPr>
          <a:xfrm>
            <a:off x="3487414" y="1330525"/>
            <a:ext cx="2674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接触约束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质心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动量控制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B3232DF-C7DC-97E6-4B4E-F521F7CB044B}"/>
              </a:ext>
            </a:extLst>
          </p:cNvPr>
          <p:cNvGrpSpPr/>
          <p:nvPr/>
        </p:nvGrpSpPr>
        <p:grpSpPr>
          <a:xfrm>
            <a:off x="3487414" y="2219387"/>
            <a:ext cx="2674620" cy="720090"/>
            <a:chOff x="1268730" y="502920"/>
            <a:chExt cx="2674620" cy="720090"/>
          </a:xfrm>
        </p:grpSpPr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F8BD11FB-ABA0-29E8-EE60-F4EB9DEC66D7}"/>
                </a:ext>
              </a:extLst>
            </p:cNvPr>
            <p:cNvSpPr/>
            <p:nvPr/>
          </p:nvSpPr>
          <p:spPr>
            <a:xfrm flipV="1">
              <a:off x="1268730" y="754380"/>
              <a:ext cx="2674620" cy="468630"/>
            </a:xfrm>
            <a:prstGeom prst="round2SameRect">
              <a:avLst>
                <a:gd name="adj1" fmla="val 18811"/>
                <a:gd name="adj2" fmla="val 0"/>
              </a:avLst>
            </a:prstGeom>
            <a:solidFill>
              <a:srgbClr val="DAE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39FCF491-8725-F99A-46D6-EC2365FD4B9E}"/>
                </a:ext>
              </a:extLst>
            </p:cNvPr>
            <p:cNvSpPr/>
            <p:nvPr/>
          </p:nvSpPr>
          <p:spPr>
            <a:xfrm>
              <a:off x="1268730" y="502920"/>
              <a:ext cx="2674620" cy="251460"/>
            </a:xfrm>
            <a:prstGeom prst="round2SameRect">
              <a:avLst>
                <a:gd name="adj1" fmla="val 31819"/>
                <a:gd name="adj2" fmla="val 0"/>
              </a:avLst>
            </a:prstGeom>
            <a:solidFill>
              <a:srgbClr val="DFDF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F7556B09-B529-7AF7-7174-85F9B614B772}"/>
                </a:ext>
              </a:extLst>
            </p:cNvPr>
            <p:cNvSpPr/>
            <p:nvPr/>
          </p:nvSpPr>
          <p:spPr>
            <a:xfrm>
              <a:off x="1268730" y="502920"/>
              <a:ext cx="2674620" cy="720090"/>
            </a:xfrm>
            <a:prstGeom prst="roundRect">
              <a:avLst>
                <a:gd name="adj" fmla="val 873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1053CB5D-9845-1048-A087-D0B60B591002}"/>
                </a:ext>
              </a:extLst>
            </p:cNvPr>
            <p:cNvCxnSpPr>
              <a:cxnSpLocks/>
            </p:cNvCxnSpPr>
            <p:nvPr/>
          </p:nvCxnSpPr>
          <p:spPr>
            <a:xfrm>
              <a:off x="1268730" y="754380"/>
              <a:ext cx="267462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3EB4F9A8-5258-C307-6411-3637B0BD582A}"/>
              </a:ext>
            </a:extLst>
          </p:cNvPr>
          <p:cNvSpPr txBox="1"/>
          <p:nvPr/>
        </p:nvSpPr>
        <p:spPr>
          <a:xfrm>
            <a:off x="3487414" y="2219386"/>
            <a:ext cx="2674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任务层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93E6FB5-D707-6BC4-9E8D-E0814B993E68}"/>
              </a:ext>
            </a:extLst>
          </p:cNvPr>
          <p:cNvSpPr txBox="1"/>
          <p:nvPr/>
        </p:nvSpPr>
        <p:spPr>
          <a:xfrm>
            <a:off x="3487414" y="2496385"/>
            <a:ext cx="2674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手臂操作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轨迹跟踪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33E0269-014D-AD11-BFBB-8A7324CB9C13}"/>
              </a:ext>
            </a:extLst>
          </p:cNvPr>
          <p:cNvGrpSpPr/>
          <p:nvPr/>
        </p:nvGrpSpPr>
        <p:grpSpPr>
          <a:xfrm>
            <a:off x="3487414" y="3453827"/>
            <a:ext cx="2674620" cy="720090"/>
            <a:chOff x="1268730" y="502920"/>
            <a:chExt cx="2674620" cy="720090"/>
          </a:xfrm>
        </p:grpSpPr>
        <p:sp>
          <p:nvSpPr>
            <p:cNvPr id="30" name="矩形: 圆顶角 29">
              <a:extLst>
                <a:ext uri="{FF2B5EF4-FFF2-40B4-BE49-F238E27FC236}">
                  <a16:creationId xmlns:a16="http://schemas.microsoft.com/office/drawing/2014/main" id="{C9FBC7FF-5965-9920-4C40-9C7F948F09E7}"/>
                </a:ext>
              </a:extLst>
            </p:cNvPr>
            <p:cNvSpPr/>
            <p:nvPr/>
          </p:nvSpPr>
          <p:spPr>
            <a:xfrm flipV="1">
              <a:off x="1268730" y="754380"/>
              <a:ext cx="2674620" cy="468630"/>
            </a:xfrm>
            <a:prstGeom prst="round2SameRect">
              <a:avLst>
                <a:gd name="adj1" fmla="val 18811"/>
                <a:gd name="adj2" fmla="val 0"/>
              </a:avLst>
            </a:prstGeom>
            <a:solidFill>
              <a:srgbClr val="DAE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矩形: 圆顶角 30">
              <a:extLst>
                <a:ext uri="{FF2B5EF4-FFF2-40B4-BE49-F238E27FC236}">
                  <a16:creationId xmlns:a16="http://schemas.microsoft.com/office/drawing/2014/main" id="{3DC003D2-93AF-72DF-BBF3-5F31FB3579A4}"/>
                </a:ext>
              </a:extLst>
            </p:cNvPr>
            <p:cNvSpPr/>
            <p:nvPr/>
          </p:nvSpPr>
          <p:spPr>
            <a:xfrm>
              <a:off x="1268730" y="502920"/>
              <a:ext cx="2674620" cy="251460"/>
            </a:xfrm>
            <a:prstGeom prst="round2SameRect">
              <a:avLst>
                <a:gd name="adj1" fmla="val 31819"/>
                <a:gd name="adj2" fmla="val 0"/>
              </a:avLst>
            </a:prstGeom>
            <a:solidFill>
              <a:srgbClr val="DFDF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F1A168F7-C647-2E4B-79EF-A9AF28B52926}"/>
                </a:ext>
              </a:extLst>
            </p:cNvPr>
            <p:cNvSpPr/>
            <p:nvPr/>
          </p:nvSpPr>
          <p:spPr>
            <a:xfrm>
              <a:off x="1268730" y="502920"/>
              <a:ext cx="2674620" cy="720090"/>
            </a:xfrm>
            <a:prstGeom prst="roundRect">
              <a:avLst>
                <a:gd name="adj" fmla="val 8730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A4C5C10-D067-8A5D-5865-85DBFC9355B9}"/>
                </a:ext>
              </a:extLst>
            </p:cNvPr>
            <p:cNvCxnSpPr>
              <a:cxnSpLocks/>
            </p:cNvCxnSpPr>
            <p:nvPr/>
          </p:nvCxnSpPr>
          <p:spPr>
            <a:xfrm>
              <a:off x="1268730" y="754380"/>
              <a:ext cx="267462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D0ED9CD2-56EE-E38E-9851-A31986B14EC7}"/>
              </a:ext>
            </a:extLst>
          </p:cNvPr>
          <p:cNvSpPr txBox="1"/>
          <p:nvPr/>
        </p:nvSpPr>
        <p:spPr>
          <a:xfrm>
            <a:off x="3487414" y="3453826"/>
            <a:ext cx="2674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姿态层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15408F7-B513-BE51-8A66-0D535A295824}"/>
              </a:ext>
            </a:extLst>
          </p:cNvPr>
          <p:cNvSpPr txBox="1"/>
          <p:nvPr/>
        </p:nvSpPr>
        <p:spPr>
          <a:xfrm>
            <a:off x="3487414" y="3730825"/>
            <a:ext cx="2674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冗余利用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构型优化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C99AB6B-7B48-A2C0-23A3-1CE2BBCA8396}"/>
              </a:ext>
            </a:extLst>
          </p:cNvPr>
          <p:cNvSpPr/>
          <p:nvPr/>
        </p:nvSpPr>
        <p:spPr>
          <a:xfrm>
            <a:off x="3487414" y="4710447"/>
            <a:ext cx="2674620" cy="306552"/>
          </a:xfrm>
          <a:prstGeom prst="roundRect">
            <a:avLst/>
          </a:prstGeom>
          <a:solidFill>
            <a:srgbClr val="DFDFE3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2CCC431-90EC-6D5C-1A62-35C92718B4CC}"/>
              </a:ext>
            </a:extLst>
          </p:cNvPr>
          <p:cNvSpPr txBox="1"/>
          <p:nvPr/>
        </p:nvSpPr>
        <p:spPr>
          <a:xfrm>
            <a:off x="3487414" y="4740000"/>
            <a:ext cx="2674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关节力矩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位置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074259CD-8AF1-D0AB-52D8-D6FD51ADA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2" t="9083" r="11897" b="14805"/>
          <a:stretch>
            <a:fillRect/>
          </a:stretch>
        </p:blipFill>
        <p:spPr>
          <a:xfrm>
            <a:off x="6203122" y="1419218"/>
            <a:ext cx="2343989" cy="3404167"/>
          </a:xfrm>
          <a:prstGeom prst="rect">
            <a:avLst/>
          </a:prstGeom>
        </p:spPr>
      </p:pic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8ABA2F4-04FA-1143-0DC9-06191C2C89D3}"/>
              </a:ext>
            </a:extLst>
          </p:cNvPr>
          <p:cNvCxnSpPr>
            <a:cxnSpLocks/>
          </p:cNvCxnSpPr>
          <p:nvPr/>
        </p:nvCxnSpPr>
        <p:spPr>
          <a:xfrm>
            <a:off x="8094566" y="2496385"/>
            <a:ext cx="125201" cy="200055"/>
          </a:xfrm>
          <a:prstGeom prst="straightConnector1">
            <a:avLst/>
          </a:prstGeom>
          <a:ln>
            <a:solidFill>
              <a:srgbClr val="8A8C91"/>
            </a:solidFill>
            <a:prstDash val="lgDash"/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4B891869-6978-8B71-E544-15E5DF8BD074}"/>
              </a:ext>
            </a:extLst>
          </p:cNvPr>
          <p:cNvCxnSpPr>
            <a:stCxn id="8" idx="2"/>
            <a:endCxn id="27" idx="0"/>
          </p:cNvCxnSpPr>
          <p:nvPr/>
        </p:nvCxnSpPr>
        <p:spPr>
          <a:xfrm>
            <a:off x="4824724" y="1773617"/>
            <a:ext cx="0" cy="445769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151C4FB-40C3-AB0F-554E-02F875159612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4824724" y="2939477"/>
            <a:ext cx="0" cy="514349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08D019-6B79-9E6F-DB38-5538EF84FBB8}"/>
              </a:ext>
            </a:extLst>
          </p:cNvPr>
          <p:cNvCxnSpPr>
            <a:stCxn id="32" idx="2"/>
          </p:cNvCxnSpPr>
          <p:nvPr/>
        </p:nvCxnSpPr>
        <p:spPr>
          <a:xfrm>
            <a:off x="4824724" y="4173917"/>
            <a:ext cx="0" cy="53653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66AA73E4-604C-D5CA-755B-0A7C4D2F2B24}"/>
              </a:ext>
            </a:extLst>
          </p:cNvPr>
          <p:cNvSpPr txBox="1"/>
          <p:nvPr/>
        </p:nvSpPr>
        <p:spPr>
          <a:xfrm>
            <a:off x="7885241" y="2705162"/>
            <a:ext cx="865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任务操作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1538754-57A7-B9CD-C8AA-F62BCCDCE29F}"/>
                  </a:ext>
                </a:extLst>
              </p:cNvPr>
              <p:cNvSpPr txBox="1"/>
              <p:nvPr/>
            </p:nvSpPr>
            <p:spPr>
              <a:xfrm>
                <a:off x="4824723" y="1841517"/>
                <a:ext cx="8656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零空间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1538754-57A7-B9CD-C8AA-F62BCCDCE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723" y="1841517"/>
                <a:ext cx="865697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1D1BBEC5-B2A8-7A3F-7699-E69196A7CAB3}"/>
                  </a:ext>
                </a:extLst>
              </p:cNvPr>
              <p:cNvSpPr txBox="1"/>
              <p:nvPr/>
            </p:nvSpPr>
            <p:spPr>
              <a:xfrm>
                <a:off x="4824724" y="3038863"/>
                <a:ext cx="8656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零空间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𝑁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1D1BBEC5-B2A8-7A3F-7699-E69196A7C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724" y="3038863"/>
                <a:ext cx="865697" cy="276999"/>
              </a:xfrm>
              <a:prstGeom prst="rect">
                <a:avLst/>
              </a:prstGeom>
              <a:blipFill>
                <a:blip r:embed="rId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8D0B6B6B-C6EA-E727-4EAB-613A22E624FB}"/>
              </a:ext>
            </a:extLst>
          </p:cNvPr>
          <p:cNvSpPr txBox="1"/>
          <p:nvPr/>
        </p:nvSpPr>
        <p:spPr>
          <a:xfrm>
            <a:off x="4824723" y="4309725"/>
            <a:ext cx="865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控制指令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EE1BDF3-E219-30E5-351A-8FA4739FF662}"/>
              </a:ext>
            </a:extLst>
          </p:cNvPr>
          <p:cNvCxnSpPr>
            <a:cxnSpLocks/>
          </p:cNvCxnSpPr>
          <p:nvPr/>
        </p:nvCxnSpPr>
        <p:spPr>
          <a:xfrm>
            <a:off x="6177104" y="1553260"/>
            <a:ext cx="856348" cy="0"/>
          </a:xfrm>
          <a:prstGeom prst="line">
            <a:avLst/>
          </a:prstGeom>
          <a:ln>
            <a:solidFill>
              <a:srgbClr val="8A8C9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B03AA145-40FF-C84D-C680-988A733C120B}"/>
              </a:ext>
            </a:extLst>
          </p:cNvPr>
          <p:cNvSpPr txBox="1"/>
          <p:nvPr/>
        </p:nvSpPr>
        <p:spPr>
          <a:xfrm>
            <a:off x="6305341" y="1553657"/>
            <a:ext cx="865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姿态调整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6F9A2BD-6DA7-5BF9-EBDF-B453EBAEDDBF}"/>
              </a:ext>
            </a:extLst>
          </p:cNvPr>
          <p:cNvCxnSpPr>
            <a:cxnSpLocks/>
          </p:cNvCxnSpPr>
          <p:nvPr/>
        </p:nvCxnSpPr>
        <p:spPr>
          <a:xfrm>
            <a:off x="7033452" y="1579521"/>
            <a:ext cx="0" cy="440714"/>
          </a:xfrm>
          <a:prstGeom prst="line">
            <a:avLst/>
          </a:prstGeom>
          <a:ln>
            <a:solidFill>
              <a:srgbClr val="8A8C9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E52CB752-F864-6C51-F922-5342DF16895C}"/>
              </a:ext>
            </a:extLst>
          </p:cNvPr>
          <p:cNvCxnSpPr>
            <a:cxnSpLocks/>
          </p:cNvCxnSpPr>
          <p:nvPr/>
        </p:nvCxnSpPr>
        <p:spPr>
          <a:xfrm flipH="1" flipV="1">
            <a:off x="7222753" y="4442182"/>
            <a:ext cx="17111" cy="418579"/>
          </a:xfrm>
          <a:prstGeom prst="straightConnector1">
            <a:avLst/>
          </a:prstGeom>
          <a:ln>
            <a:solidFill>
              <a:srgbClr val="8A8C9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DBA5A34A-AF4E-20D5-6541-C316A778F868}"/>
              </a:ext>
            </a:extLst>
          </p:cNvPr>
          <p:cNvCxnSpPr>
            <a:cxnSpLocks/>
          </p:cNvCxnSpPr>
          <p:nvPr/>
        </p:nvCxnSpPr>
        <p:spPr>
          <a:xfrm flipV="1">
            <a:off x="6162034" y="4860761"/>
            <a:ext cx="1077984" cy="17738"/>
          </a:xfrm>
          <a:prstGeom prst="line">
            <a:avLst/>
          </a:prstGeom>
          <a:ln>
            <a:solidFill>
              <a:srgbClr val="8A8C9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0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33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10</cp:revision>
  <dcterms:created xsi:type="dcterms:W3CDTF">2026-02-22T06:42:00Z</dcterms:created>
  <dcterms:modified xsi:type="dcterms:W3CDTF">2026-02-22T07:18:54Z</dcterms:modified>
</cp:coreProperties>
</file>